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Spinnaker"/>
      <p:regular r:id="rId34"/>
    </p:embeddedFont>
    <p:embeddedFont>
      <p:font typeface="Caveat"/>
      <p:regular r:id="rId35"/>
      <p:bold r:id="rId36"/>
    </p:embeddedFont>
    <p:embeddedFont>
      <p:font typeface="Poppins"/>
      <p:regular r:id="rId37"/>
      <p:bold r:id="rId38"/>
      <p:italic r:id="rId39"/>
      <p:boldItalic r:id="rId40"/>
    </p:embeddedFont>
    <p:embeddedFont>
      <p:font typeface="KoHo SemiBold"/>
      <p:regular r:id="rId41"/>
      <p:bold r:id="rId42"/>
      <p:italic r:id="rId43"/>
      <p:boldItalic r:id="rId44"/>
    </p:embeddedFont>
    <p:embeddedFont>
      <p:font typeface="PT Sans"/>
      <p:regular r:id="rId45"/>
      <p:bold r:id="rId46"/>
      <p:italic r:id="rId47"/>
      <p:boldItalic r:id="rId48"/>
    </p:embeddedFont>
    <p:embeddedFont>
      <p:font typeface="Archivo"/>
      <p:regular r:id="rId49"/>
      <p:bold r:id="rId50"/>
      <p:italic r:id="rId51"/>
      <p:boldItalic r:id="rId52"/>
    </p:embeddedFont>
    <p:embeddedFont>
      <p:font typeface="IBM Plex Mono"/>
      <p:regular r:id="rId53"/>
      <p:bold r:id="rId54"/>
      <p:italic r:id="rId55"/>
      <p:boldItalic r:id="rId56"/>
    </p:embeddedFont>
    <p:embeddedFont>
      <p:font typeface="Comfortaa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9" roundtripDataSignature="AMtx7mi+sXuP5/IiJcPKqZERKlsDIZYG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42" Type="http://schemas.openxmlformats.org/officeDocument/2006/relationships/font" Target="fonts/KoHoSemiBold-bold.fntdata"/><Relationship Id="rId41" Type="http://schemas.openxmlformats.org/officeDocument/2006/relationships/font" Target="fonts/KoHoSemiBold-regular.fntdata"/><Relationship Id="rId44" Type="http://schemas.openxmlformats.org/officeDocument/2006/relationships/font" Target="fonts/KoHoSemiBold-boldItalic.fntdata"/><Relationship Id="rId43" Type="http://schemas.openxmlformats.org/officeDocument/2006/relationships/font" Target="fonts/KoHoSemiBold-italic.fntdata"/><Relationship Id="rId46" Type="http://schemas.openxmlformats.org/officeDocument/2006/relationships/font" Target="fonts/PTSans-bold.fntdata"/><Relationship Id="rId45" Type="http://schemas.openxmlformats.org/officeDocument/2006/relationships/font" Target="fonts/PT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PTSans-boldItalic.fntdata"/><Relationship Id="rId47" Type="http://schemas.openxmlformats.org/officeDocument/2006/relationships/font" Target="fonts/PTSans-italic.fntdata"/><Relationship Id="rId49" Type="http://schemas.openxmlformats.org/officeDocument/2006/relationships/font" Target="fonts/Archiv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font" Target="fonts/Caveat-regular.fntdata"/><Relationship Id="rId34" Type="http://schemas.openxmlformats.org/officeDocument/2006/relationships/font" Target="fonts/Spinnaker-regular.fntdata"/><Relationship Id="rId37" Type="http://schemas.openxmlformats.org/officeDocument/2006/relationships/font" Target="fonts/Poppins-regular.fntdata"/><Relationship Id="rId36" Type="http://schemas.openxmlformats.org/officeDocument/2006/relationships/font" Target="fonts/Caveat-bold.fntdata"/><Relationship Id="rId39" Type="http://schemas.openxmlformats.org/officeDocument/2006/relationships/font" Target="fonts/Poppins-italic.fntdata"/><Relationship Id="rId38" Type="http://schemas.openxmlformats.org/officeDocument/2006/relationships/font" Target="fonts/Poppins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rchivo-italic.fntdata"/><Relationship Id="rId50" Type="http://schemas.openxmlformats.org/officeDocument/2006/relationships/font" Target="fonts/Archivo-bold.fntdata"/><Relationship Id="rId53" Type="http://schemas.openxmlformats.org/officeDocument/2006/relationships/font" Target="fonts/IBMPlexMono-regular.fntdata"/><Relationship Id="rId52" Type="http://schemas.openxmlformats.org/officeDocument/2006/relationships/font" Target="fonts/Archivo-boldItalic.fntdata"/><Relationship Id="rId11" Type="http://schemas.openxmlformats.org/officeDocument/2006/relationships/slide" Target="slides/slide7.xml"/><Relationship Id="rId55" Type="http://schemas.openxmlformats.org/officeDocument/2006/relationships/font" Target="fonts/IBMPlexMono-italic.fntdata"/><Relationship Id="rId10" Type="http://schemas.openxmlformats.org/officeDocument/2006/relationships/slide" Target="slides/slide6.xml"/><Relationship Id="rId54" Type="http://schemas.openxmlformats.org/officeDocument/2006/relationships/font" Target="fonts/IBMPlexMono-bold.fntdata"/><Relationship Id="rId13" Type="http://schemas.openxmlformats.org/officeDocument/2006/relationships/slide" Target="slides/slide9.xml"/><Relationship Id="rId57" Type="http://schemas.openxmlformats.org/officeDocument/2006/relationships/font" Target="fonts/Comfortaa-regular.fntdata"/><Relationship Id="rId12" Type="http://schemas.openxmlformats.org/officeDocument/2006/relationships/slide" Target="slides/slide8.xml"/><Relationship Id="rId56" Type="http://schemas.openxmlformats.org/officeDocument/2006/relationships/font" Target="fonts/IBMPlexMono-boldItalic.fntdata"/><Relationship Id="rId15" Type="http://schemas.openxmlformats.org/officeDocument/2006/relationships/slide" Target="slides/slide11.xml"/><Relationship Id="rId59" Type="http://customschemas.google.com/relationships/presentationmetadata" Target="metadata"/><Relationship Id="rId14" Type="http://schemas.openxmlformats.org/officeDocument/2006/relationships/slide" Target="slides/slide10.xml"/><Relationship Id="rId58" Type="http://schemas.openxmlformats.org/officeDocument/2006/relationships/font" Target="fonts/Comfortaa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3" name="Google Shape;10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4" name="Google Shape;10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2" name="Google Shape;10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4" name="Google Shape;11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6" name="Google Shape;115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7" name="Google Shape;116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ctrTitle"/>
          </p:nvPr>
        </p:nvSpPr>
        <p:spPr>
          <a:xfrm>
            <a:off x="713225" y="988377"/>
            <a:ext cx="48381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000"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2"/>
          <p:cNvSpPr txBox="1"/>
          <p:nvPr>
            <p:ph idx="1" type="subTitle"/>
          </p:nvPr>
        </p:nvSpPr>
        <p:spPr>
          <a:xfrm>
            <a:off x="713225" y="3744527"/>
            <a:ext cx="38589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2" name="Google Shape;12;p32"/>
          <p:cNvGrpSpPr/>
          <p:nvPr/>
        </p:nvGrpSpPr>
        <p:grpSpPr>
          <a:xfrm>
            <a:off x="339060" y="231368"/>
            <a:ext cx="6598598" cy="1318496"/>
            <a:chOff x="-6087115" y="2805138"/>
            <a:chExt cx="3649465" cy="729217"/>
          </a:xfrm>
        </p:grpSpPr>
        <p:sp>
          <p:nvSpPr>
            <p:cNvPr id="13" name="Google Shape;13;p32"/>
            <p:cNvSpPr/>
            <p:nvPr/>
          </p:nvSpPr>
          <p:spPr>
            <a:xfrm>
              <a:off x="-2518725" y="2818975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2"/>
            <p:cNvSpPr/>
            <p:nvPr/>
          </p:nvSpPr>
          <p:spPr>
            <a:xfrm>
              <a:off x="-6087115" y="3457380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2"/>
            <p:cNvSpPr/>
            <p:nvPr/>
          </p:nvSpPr>
          <p:spPr>
            <a:xfrm>
              <a:off x="-3832425" y="2805138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32"/>
          <p:cNvSpPr/>
          <p:nvPr/>
        </p:nvSpPr>
        <p:spPr>
          <a:xfrm>
            <a:off x="-199369" y="-1086012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2"/>
          <p:cNvSpPr/>
          <p:nvPr/>
        </p:nvSpPr>
        <p:spPr>
          <a:xfrm>
            <a:off x="631521" y="4601573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2"/>
          <p:cNvSpPr/>
          <p:nvPr/>
        </p:nvSpPr>
        <p:spPr>
          <a:xfrm>
            <a:off x="178773" y="3381467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3"/>
          <p:cNvSpPr txBox="1"/>
          <p:nvPr>
            <p:ph type="title"/>
          </p:nvPr>
        </p:nvSpPr>
        <p:spPr>
          <a:xfrm>
            <a:off x="244950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" type="subTitle"/>
          </p:nvPr>
        </p:nvSpPr>
        <p:spPr>
          <a:xfrm>
            <a:off x="2449500" y="3077300"/>
            <a:ext cx="48729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" name="Google Shape;22;p33"/>
          <p:cNvGrpSpPr/>
          <p:nvPr/>
        </p:nvGrpSpPr>
        <p:grpSpPr>
          <a:xfrm>
            <a:off x="720060" y="203735"/>
            <a:ext cx="7909167" cy="3843284"/>
            <a:chOff x="-5876397" y="2789854"/>
            <a:chExt cx="4374297" cy="2125593"/>
          </a:xfrm>
        </p:grpSpPr>
        <p:sp>
          <p:nvSpPr>
            <p:cNvPr id="23" name="Google Shape;23;p33"/>
            <p:cNvSpPr/>
            <p:nvPr/>
          </p:nvSpPr>
          <p:spPr>
            <a:xfrm>
              <a:off x="-2518725" y="2818975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3"/>
            <p:cNvSpPr/>
            <p:nvPr/>
          </p:nvSpPr>
          <p:spPr>
            <a:xfrm>
              <a:off x="-1556150" y="4869147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3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3"/>
            <p:cNvSpPr/>
            <p:nvPr/>
          </p:nvSpPr>
          <p:spPr>
            <a:xfrm>
              <a:off x="-5876397" y="3710242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2148750" y="2719200"/>
            <a:ext cx="609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4"/>
          <p:cNvSpPr txBox="1"/>
          <p:nvPr>
            <p:ph idx="2" type="title"/>
          </p:nvPr>
        </p:nvSpPr>
        <p:spPr>
          <a:xfrm>
            <a:off x="2148750" y="1220375"/>
            <a:ext cx="609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0" name="Google Shape;30;p34"/>
          <p:cNvSpPr txBox="1"/>
          <p:nvPr>
            <p:ph idx="1" type="subTitle"/>
          </p:nvPr>
        </p:nvSpPr>
        <p:spPr>
          <a:xfrm>
            <a:off x="2148750" y="3548125"/>
            <a:ext cx="6099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" name="Google Shape;31;p34"/>
          <p:cNvGrpSpPr/>
          <p:nvPr/>
        </p:nvGrpSpPr>
        <p:grpSpPr>
          <a:xfrm flipH="1">
            <a:off x="491460" y="203735"/>
            <a:ext cx="8445238" cy="3995686"/>
            <a:chOff x="-5962162" y="2789854"/>
            <a:chExt cx="4670780" cy="2209881"/>
          </a:xfrm>
        </p:grpSpPr>
        <p:sp>
          <p:nvSpPr>
            <p:cNvPr id="32" name="Google Shape;32;p34"/>
            <p:cNvSpPr/>
            <p:nvPr/>
          </p:nvSpPr>
          <p:spPr>
            <a:xfrm>
              <a:off x="-5962162" y="3246115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4"/>
            <p:cNvSpPr/>
            <p:nvPr/>
          </p:nvSpPr>
          <p:spPr>
            <a:xfrm>
              <a:off x="-1345432" y="4953435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/>
          <p:nvPr>
            <p:ph type="title"/>
          </p:nvPr>
        </p:nvSpPr>
        <p:spPr>
          <a:xfrm>
            <a:off x="689951" y="2897575"/>
            <a:ext cx="39183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37" name="Google Shape;37;p35"/>
          <p:cNvGrpSpPr/>
          <p:nvPr/>
        </p:nvGrpSpPr>
        <p:grpSpPr>
          <a:xfrm>
            <a:off x="3631190" y="203735"/>
            <a:ext cx="4998035" cy="3843284"/>
            <a:chOff x="-4266347" y="2789854"/>
            <a:chExt cx="2764247" cy="2125593"/>
          </a:xfrm>
        </p:grpSpPr>
        <p:sp>
          <p:nvSpPr>
            <p:cNvPr id="38" name="Google Shape;38;p35"/>
            <p:cNvSpPr/>
            <p:nvPr/>
          </p:nvSpPr>
          <p:spPr>
            <a:xfrm>
              <a:off x="-1556150" y="4869147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5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35"/>
          <p:cNvSpPr/>
          <p:nvPr/>
        </p:nvSpPr>
        <p:spPr>
          <a:xfrm>
            <a:off x="6791066" y="256388"/>
            <a:ext cx="146592" cy="140399"/>
          </a:xfrm>
          <a:custGeom>
            <a:rect b="b" l="l" r="r" t="t"/>
            <a:pathLst>
              <a:path extrusionOk="0" h="3106" w="3243">
                <a:moveTo>
                  <a:pt x="1618" y="0"/>
                </a:moveTo>
                <a:cubicBezTo>
                  <a:pt x="1488" y="0"/>
                  <a:pt x="1359" y="87"/>
                  <a:pt x="1370" y="261"/>
                </a:cubicBezTo>
                <a:lnTo>
                  <a:pt x="1370" y="1305"/>
                </a:lnTo>
                <a:lnTo>
                  <a:pt x="326" y="1305"/>
                </a:lnTo>
                <a:cubicBezTo>
                  <a:pt x="0" y="1305"/>
                  <a:pt x="0" y="1801"/>
                  <a:pt x="326" y="1801"/>
                </a:cubicBezTo>
                <a:lnTo>
                  <a:pt x="1370" y="1801"/>
                </a:lnTo>
                <a:lnTo>
                  <a:pt x="1370" y="2845"/>
                </a:lnTo>
                <a:cubicBezTo>
                  <a:pt x="1359" y="3019"/>
                  <a:pt x="1488" y="3106"/>
                  <a:pt x="1618" y="3106"/>
                </a:cubicBezTo>
                <a:cubicBezTo>
                  <a:pt x="1748" y="3106"/>
                  <a:pt x="1877" y="3019"/>
                  <a:pt x="1866" y="2845"/>
                </a:cubicBezTo>
                <a:lnTo>
                  <a:pt x="1866" y="1801"/>
                </a:lnTo>
                <a:lnTo>
                  <a:pt x="2910" y="1801"/>
                </a:lnTo>
                <a:cubicBezTo>
                  <a:pt x="3243" y="1801"/>
                  <a:pt x="3243" y="1305"/>
                  <a:pt x="2910" y="1305"/>
                </a:cubicBezTo>
                <a:lnTo>
                  <a:pt x="1866" y="1305"/>
                </a:lnTo>
                <a:lnTo>
                  <a:pt x="1866" y="261"/>
                </a:lnTo>
                <a:cubicBezTo>
                  <a:pt x="1877" y="87"/>
                  <a:pt x="1748" y="0"/>
                  <a:pt x="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36"/>
          <p:cNvSpPr/>
          <p:nvPr/>
        </p:nvSpPr>
        <p:spPr>
          <a:xfrm flipH="1" rot="10800000">
            <a:off x="-101794" y="4169513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6"/>
          <p:cNvSpPr/>
          <p:nvPr/>
        </p:nvSpPr>
        <p:spPr>
          <a:xfrm flipH="1">
            <a:off x="6318944" y="-1189037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6"/>
          <p:cNvSpPr/>
          <p:nvPr/>
        </p:nvSpPr>
        <p:spPr>
          <a:xfrm flipH="1" rot="10800000">
            <a:off x="7476866" y="4813448"/>
            <a:ext cx="146592" cy="140399"/>
          </a:xfrm>
          <a:custGeom>
            <a:rect b="b" l="l" r="r" t="t"/>
            <a:pathLst>
              <a:path extrusionOk="0" h="3106" w="3243">
                <a:moveTo>
                  <a:pt x="1618" y="0"/>
                </a:moveTo>
                <a:cubicBezTo>
                  <a:pt x="1488" y="0"/>
                  <a:pt x="1359" y="87"/>
                  <a:pt x="1370" y="261"/>
                </a:cubicBezTo>
                <a:lnTo>
                  <a:pt x="1370" y="1305"/>
                </a:lnTo>
                <a:lnTo>
                  <a:pt x="326" y="1305"/>
                </a:lnTo>
                <a:cubicBezTo>
                  <a:pt x="0" y="1305"/>
                  <a:pt x="0" y="1801"/>
                  <a:pt x="326" y="1801"/>
                </a:cubicBezTo>
                <a:lnTo>
                  <a:pt x="1370" y="1801"/>
                </a:lnTo>
                <a:lnTo>
                  <a:pt x="1370" y="2845"/>
                </a:lnTo>
                <a:cubicBezTo>
                  <a:pt x="1359" y="3019"/>
                  <a:pt x="1488" y="3106"/>
                  <a:pt x="1618" y="3106"/>
                </a:cubicBezTo>
                <a:cubicBezTo>
                  <a:pt x="1748" y="3106"/>
                  <a:pt x="1877" y="3019"/>
                  <a:pt x="1866" y="2845"/>
                </a:cubicBezTo>
                <a:lnTo>
                  <a:pt x="1866" y="1801"/>
                </a:lnTo>
                <a:lnTo>
                  <a:pt x="2910" y="1801"/>
                </a:lnTo>
                <a:cubicBezTo>
                  <a:pt x="3243" y="1801"/>
                  <a:pt x="3243" y="1305"/>
                  <a:pt x="2910" y="1305"/>
                </a:cubicBezTo>
                <a:lnTo>
                  <a:pt x="1866" y="1305"/>
                </a:lnTo>
                <a:lnTo>
                  <a:pt x="1866" y="261"/>
                </a:lnTo>
                <a:cubicBezTo>
                  <a:pt x="1877" y="87"/>
                  <a:pt x="1748" y="0"/>
                  <a:pt x="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6"/>
          <p:cNvSpPr/>
          <p:nvPr/>
        </p:nvSpPr>
        <p:spPr>
          <a:xfrm flipH="1" rot="10800000">
            <a:off x="2458388" y="4727195"/>
            <a:ext cx="97728" cy="83715"/>
          </a:xfrm>
          <a:custGeom>
            <a:rect b="b" l="l" r="r" t="t"/>
            <a:pathLst>
              <a:path extrusionOk="0" h="1852" w="2162">
                <a:moveTo>
                  <a:pt x="1236" y="497"/>
                </a:moveTo>
                <a:cubicBezTo>
                  <a:pt x="1481" y="497"/>
                  <a:pt x="1673" y="689"/>
                  <a:pt x="1673" y="926"/>
                </a:cubicBezTo>
                <a:cubicBezTo>
                  <a:pt x="1673" y="1186"/>
                  <a:pt x="1460" y="1358"/>
                  <a:pt x="1238" y="1358"/>
                </a:cubicBezTo>
                <a:cubicBezTo>
                  <a:pt x="1131" y="1358"/>
                  <a:pt x="1022" y="1318"/>
                  <a:pt x="933" y="1230"/>
                </a:cubicBezTo>
                <a:cubicBezTo>
                  <a:pt x="659" y="963"/>
                  <a:pt x="851" y="497"/>
                  <a:pt x="1236" y="497"/>
                </a:cubicBezTo>
                <a:close/>
                <a:moveTo>
                  <a:pt x="1233" y="1"/>
                </a:moveTo>
                <a:cubicBezTo>
                  <a:pt x="1006" y="1"/>
                  <a:pt x="774" y="85"/>
                  <a:pt x="585" y="275"/>
                </a:cubicBezTo>
                <a:cubicBezTo>
                  <a:pt x="0" y="859"/>
                  <a:pt x="415" y="1851"/>
                  <a:pt x="1236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8" y="1"/>
                  <a:pt x="12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6"/>
          <p:cNvSpPr/>
          <p:nvPr/>
        </p:nvSpPr>
        <p:spPr>
          <a:xfrm flipH="1" rot="10800000">
            <a:off x="8766171" y="3734300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6"/>
          <p:cNvSpPr/>
          <p:nvPr/>
        </p:nvSpPr>
        <p:spPr>
          <a:xfrm flipH="1" rot="10800000">
            <a:off x="8912498" y="4516016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6"/>
          <p:cNvSpPr/>
          <p:nvPr/>
        </p:nvSpPr>
        <p:spPr>
          <a:xfrm flipH="1" rot="10800000">
            <a:off x="1172840" y="199622"/>
            <a:ext cx="146275" cy="139178"/>
          </a:xfrm>
          <a:custGeom>
            <a:rect b="b" l="l" r="r" t="t"/>
            <a:pathLst>
              <a:path extrusionOk="0" h="3079" w="3236">
                <a:moveTo>
                  <a:pt x="1637" y="1"/>
                </a:moveTo>
                <a:cubicBezTo>
                  <a:pt x="1515" y="1"/>
                  <a:pt x="1392" y="82"/>
                  <a:pt x="1392" y="245"/>
                </a:cubicBezTo>
                <a:lnTo>
                  <a:pt x="1392" y="1296"/>
                </a:lnTo>
                <a:lnTo>
                  <a:pt x="349" y="1296"/>
                </a:lnTo>
                <a:cubicBezTo>
                  <a:pt x="341" y="1296"/>
                  <a:pt x="334" y="1296"/>
                  <a:pt x="327" y="1296"/>
                </a:cubicBezTo>
                <a:cubicBezTo>
                  <a:pt x="0" y="1296"/>
                  <a:pt x="0" y="1786"/>
                  <a:pt x="327" y="1786"/>
                </a:cubicBezTo>
                <a:cubicBezTo>
                  <a:pt x="334" y="1786"/>
                  <a:pt x="341" y="1785"/>
                  <a:pt x="349" y="1785"/>
                </a:cubicBezTo>
                <a:lnTo>
                  <a:pt x="1392" y="1785"/>
                </a:lnTo>
                <a:lnTo>
                  <a:pt x="1392" y="2829"/>
                </a:lnTo>
                <a:cubicBezTo>
                  <a:pt x="1392" y="2995"/>
                  <a:pt x="1515" y="3079"/>
                  <a:pt x="1637" y="3079"/>
                </a:cubicBezTo>
                <a:cubicBezTo>
                  <a:pt x="1759" y="3079"/>
                  <a:pt x="1881" y="2995"/>
                  <a:pt x="1881" y="2829"/>
                </a:cubicBezTo>
                <a:lnTo>
                  <a:pt x="1881" y="1785"/>
                </a:lnTo>
                <a:lnTo>
                  <a:pt x="2925" y="1785"/>
                </a:lnTo>
                <a:cubicBezTo>
                  <a:pt x="3236" y="1763"/>
                  <a:pt x="3236" y="1311"/>
                  <a:pt x="2925" y="1289"/>
                </a:cubicBezTo>
                <a:lnTo>
                  <a:pt x="2925" y="1296"/>
                </a:lnTo>
                <a:lnTo>
                  <a:pt x="1881" y="1296"/>
                </a:lnTo>
                <a:lnTo>
                  <a:pt x="1881" y="245"/>
                </a:lnTo>
                <a:cubicBezTo>
                  <a:pt x="1881" y="82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6"/>
          <p:cNvSpPr/>
          <p:nvPr/>
        </p:nvSpPr>
        <p:spPr>
          <a:xfrm flipH="1" rot="10800000">
            <a:off x="8887373" y="1469618"/>
            <a:ext cx="147993" cy="139178"/>
          </a:xfrm>
          <a:custGeom>
            <a:rect b="b" l="l" r="r" t="t"/>
            <a:pathLst>
              <a:path extrusionOk="0" h="3079" w="3274">
                <a:moveTo>
                  <a:pt x="1637" y="1"/>
                </a:moveTo>
                <a:cubicBezTo>
                  <a:pt x="1515" y="1"/>
                  <a:pt x="1393" y="84"/>
                  <a:pt x="1393" y="250"/>
                </a:cubicBezTo>
                <a:lnTo>
                  <a:pt x="1393" y="1294"/>
                </a:lnTo>
                <a:lnTo>
                  <a:pt x="349" y="1294"/>
                </a:lnTo>
                <a:cubicBezTo>
                  <a:pt x="342" y="1294"/>
                  <a:pt x="335" y="1294"/>
                  <a:pt x="328" y="1294"/>
                </a:cubicBezTo>
                <a:cubicBezTo>
                  <a:pt x="1" y="1294"/>
                  <a:pt x="1" y="1791"/>
                  <a:pt x="328" y="1791"/>
                </a:cubicBezTo>
                <a:cubicBezTo>
                  <a:pt x="335" y="1791"/>
                  <a:pt x="342" y="1791"/>
                  <a:pt x="349" y="1790"/>
                </a:cubicBezTo>
                <a:lnTo>
                  <a:pt x="1393" y="1790"/>
                </a:lnTo>
                <a:lnTo>
                  <a:pt x="1393" y="2834"/>
                </a:lnTo>
                <a:cubicBezTo>
                  <a:pt x="1393" y="2997"/>
                  <a:pt x="1515" y="3078"/>
                  <a:pt x="1637" y="3078"/>
                </a:cubicBezTo>
                <a:cubicBezTo>
                  <a:pt x="1759" y="3078"/>
                  <a:pt x="1881" y="2997"/>
                  <a:pt x="1881" y="2834"/>
                </a:cubicBezTo>
                <a:lnTo>
                  <a:pt x="1881" y="1790"/>
                </a:lnTo>
                <a:lnTo>
                  <a:pt x="2925" y="1790"/>
                </a:lnTo>
                <a:cubicBezTo>
                  <a:pt x="2932" y="1791"/>
                  <a:pt x="2939" y="1791"/>
                  <a:pt x="2946" y="1791"/>
                </a:cubicBezTo>
                <a:cubicBezTo>
                  <a:pt x="3274" y="1791"/>
                  <a:pt x="3274" y="1294"/>
                  <a:pt x="2946" y="1294"/>
                </a:cubicBezTo>
                <a:cubicBezTo>
                  <a:pt x="2939" y="1294"/>
                  <a:pt x="2932" y="1294"/>
                  <a:pt x="2925" y="1294"/>
                </a:cubicBezTo>
                <a:lnTo>
                  <a:pt x="1881" y="1294"/>
                </a:lnTo>
                <a:lnTo>
                  <a:pt x="1881" y="250"/>
                </a:lnTo>
                <a:cubicBezTo>
                  <a:pt x="1881" y="84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6"/>
          <p:cNvSpPr/>
          <p:nvPr/>
        </p:nvSpPr>
        <p:spPr>
          <a:xfrm flipH="1" rot="10800000">
            <a:off x="276490" y="856371"/>
            <a:ext cx="98089" cy="83896"/>
          </a:xfrm>
          <a:custGeom>
            <a:rect b="b" l="l" r="r" t="t"/>
            <a:pathLst>
              <a:path extrusionOk="0" h="1856" w="2170">
                <a:moveTo>
                  <a:pt x="1244" y="493"/>
                </a:moveTo>
                <a:cubicBezTo>
                  <a:pt x="1481" y="493"/>
                  <a:pt x="1673" y="686"/>
                  <a:pt x="1673" y="930"/>
                </a:cubicBezTo>
                <a:cubicBezTo>
                  <a:pt x="1673" y="1190"/>
                  <a:pt x="1461" y="1362"/>
                  <a:pt x="1238" y="1362"/>
                </a:cubicBezTo>
                <a:cubicBezTo>
                  <a:pt x="1131" y="1362"/>
                  <a:pt x="1022" y="1322"/>
                  <a:pt x="933" y="1233"/>
                </a:cubicBezTo>
                <a:cubicBezTo>
                  <a:pt x="659" y="960"/>
                  <a:pt x="852" y="493"/>
                  <a:pt x="1244" y="493"/>
                </a:cubicBezTo>
                <a:close/>
                <a:moveTo>
                  <a:pt x="1234" y="1"/>
                </a:moveTo>
                <a:cubicBezTo>
                  <a:pt x="1006" y="1"/>
                  <a:pt x="774" y="84"/>
                  <a:pt x="585" y="271"/>
                </a:cubicBezTo>
                <a:cubicBezTo>
                  <a:pt x="0" y="856"/>
                  <a:pt x="415" y="1855"/>
                  <a:pt x="1244" y="1855"/>
                </a:cubicBezTo>
                <a:cubicBezTo>
                  <a:pt x="1755" y="1855"/>
                  <a:pt x="2169" y="1441"/>
                  <a:pt x="2169" y="930"/>
                </a:cubicBezTo>
                <a:cubicBezTo>
                  <a:pt x="2169" y="369"/>
                  <a:pt x="1711" y="1"/>
                  <a:pt x="1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6"/>
          <p:cNvSpPr/>
          <p:nvPr/>
        </p:nvSpPr>
        <p:spPr>
          <a:xfrm>
            <a:off x="252371" y="198898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6"/>
          <p:cNvSpPr/>
          <p:nvPr/>
        </p:nvSpPr>
        <p:spPr>
          <a:xfrm>
            <a:off x="178773" y="3381467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/>
          <p:nvPr/>
        </p:nvSpPr>
        <p:spPr>
          <a:xfrm flipH="1" rot="10800000">
            <a:off x="-1147606" y="2922050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7"/>
          <p:cNvSpPr txBox="1"/>
          <p:nvPr>
            <p:ph type="title"/>
          </p:nvPr>
        </p:nvSpPr>
        <p:spPr>
          <a:xfrm>
            <a:off x="930900" y="1045950"/>
            <a:ext cx="6367800" cy="30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7" name="Google Shape;57;p37"/>
          <p:cNvGrpSpPr/>
          <p:nvPr/>
        </p:nvGrpSpPr>
        <p:grpSpPr>
          <a:xfrm rot="10800000">
            <a:off x="241255" y="460774"/>
            <a:ext cx="5586099" cy="4510024"/>
            <a:chOff x="-4266347" y="2789854"/>
            <a:chExt cx="3089486" cy="2494344"/>
          </a:xfrm>
        </p:grpSpPr>
        <p:sp>
          <p:nvSpPr>
            <p:cNvPr id="58" name="Google Shape;58;p37"/>
            <p:cNvSpPr/>
            <p:nvPr/>
          </p:nvSpPr>
          <p:spPr>
            <a:xfrm>
              <a:off x="-1257786" y="3752841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7"/>
            <p:cNvSpPr/>
            <p:nvPr/>
          </p:nvSpPr>
          <p:spPr>
            <a:xfrm>
              <a:off x="-1558280" y="5237898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7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1073550" y="2032825"/>
            <a:ext cx="32562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63" name="Google Shape;63;p38"/>
          <p:cNvSpPr txBox="1"/>
          <p:nvPr>
            <p:ph idx="2" type="title"/>
          </p:nvPr>
        </p:nvSpPr>
        <p:spPr>
          <a:xfrm>
            <a:off x="4925650" y="2032825"/>
            <a:ext cx="32544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64" name="Google Shape;64;p38"/>
          <p:cNvSpPr txBox="1"/>
          <p:nvPr>
            <p:ph idx="1" type="subTitle"/>
          </p:nvPr>
        </p:nvSpPr>
        <p:spPr>
          <a:xfrm>
            <a:off x="4925650" y="2831975"/>
            <a:ext cx="32544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38"/>
          <p:cNvSpPr txBox="1"/>
          <p:nvPr>
            <p:ph idx="3" type="subTitle"/>
          </p:nvPr>
        </p:nvSpPr>
        <p:spPr>
          <a:xfrm>
            <a:off x="1073550" y="2831975"/>
            <a:ext cx="32562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" name="Google Shape;66;p38"/>
          <p:cNvSpPr/>
          <p:nvPr/>
        </p:nvSpPr>
        <p:spPr>
          <a:xfrm flipH="1" rot="192955">
            <a:off x="-1405339" y="2985285"/>
            <a:ext cx="9695429" cy="5531904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8"/>
          <p:cNvSpPr/>
          <p:nvPr/>
        </p:nvSpPr>
        <p:spPr>
          <a:xfrm flipH="1" rot="-10799792">
            <a:off x="1726656" y="-2922610"/>
            <a:ext cx="9695383" cy="5532044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38"/>
          <p:cNvGrpSpPr/>
          <p:nvPr/>
        </p:nvGrpSpPr>
        <p:grpSpPr>
          <a:xfrm>
            <a:off x="7524816" y="-674658"/>
            <a:ext cx="1579449" cy="1645757"/>
            <a:chOff x="-3367862" y="7828950"/>
            <a:chExt cx="1322600" cy="1378125"/>
          </a:xfrm>
        </p:grpSpPr>
        <p:sp>
          <p:nvSpPr>
            <p:cNvPr id="69" name="Google Shape;69;p38"/>
            <p:cNvSpPr/>
            <p:nvPr/>
          </p:nvSpPr>
          <p:spPr>
            <a:xfrm>
              <a:off x="-2932387" y="79572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1"/>
                  </a:moveTo>
                  <a:lnTo>
                    <a:pt x="1" y="7989"/>
                  </a:lnTo>
                  <a:lnTo>
                    <a:pt x="11039" y="7989"/>
                  </a:lnTo>
                  <a:lnTo>
                    <a:pt x="11039" y="1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>
              <a:off x="-2932387" y="81943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0"/>
                  </a:moveTo>
                  <a:lnTo>
                    <a:pt x="1" y="7988"/>
                  </a:lnTo>
                  <a:lnTo>
                    <a:pt x="11039" y="7988"/>
                  </a:lnTo>
                  <a:lnTo>
                    <a:pt x="11039" y="0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8"/>
            <p:cNvSpPr/>
            <p:nvPr/>
          </p:nvSpPr>
          <p:spPr>
            <a:xfrm>
              <a:off x="-3236662" y="81943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0"/>
                  </a:moveTo>
                  <a:lnTo>
                    <a:pt x="1" y="7988"/>
                  </a:lnTo>
                  <a:lnTo>
                    <a:pt x="11039" y="7988"/>
                  </a:lnTo>
                  <a:lnTo>
                    <a:pt x="11039" y="0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>
              <a:off x="-3153362" y="9071950"/>
              <a:ext cx="892100" cy="135125"/>
            </a:xfrm>
            <a:custGeom>
              <a:rect b="b" l="l" r="r" t="t"/>
              <a:pathLst>
                <a:path extrusionOk="0" h="5405" w="35684">
                  <a:moveTo>
                    <a:pt x="18049" y="1"/>
                  </a:moveTo>
                  <a:cubicBezTo>
                    <a:pt x="8314" y="1"/>
                    <a:pt x="0" y="1"/>
                    <a:pt x="422" y="2917"/>
                  </a:cubicBezTo>
                  <a:cubicBezTo>
                    <a:pt x="652" y="4502"/>
                    <a:pt x="8314" y="5405"/>
                    <a:pt x="18049" y="5405"/>
                  </a:cubicBezTo>
                  <a:cubicBezTo>
                    <a:pt x="27792" y="5405"/>
                    <a:pt x="35684" y="4524"/>
                    <a:pt x="35684" y="2917"/>
                  </a:cubicBezTo>
                  <a:cubicBezTo>
                    <a:pt x="35684" y="1"/>
                    <a:pt x="27792" y="1"/>
                    <a:pt x="1804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8"/>
            <p:cNvSpPr/>
            <p:nvPr/>
          </p:nvSpPr>
          <p:spPr>
            <a:xfrm>
              <a:off x="-3330312" y="7866325"/>
              <a:ext cx="1247475" cy="1247675"/>
            </a:xfrm>
            <a:custGeom>
              <a:rect b="b" l="l" r="r" t="t"/>
              <a:pathLst>
                <a:path extrusionOk="0" h="49907" w="49899">
                  <a:moveTo>
                    <a:pt x="24950" y="1"/>
                  </a:moveTo>
                  <a:cubicBezTo>
                    <a:pt x="11172" y="1"/>
                    <a:pt x="1" y="11172"/>
                    <a:pt x="1" y="24957"/>
                  </a:cubicBezTo>
                  <a:cubicBezTo>
                    <a:pt x="1" y="38735"/>
                    <a:pt x="11172" y="49906"/>
                    <a:pt x="24950" y="49906"/>
                  </a:cubicBezTo>
                  <a:cubicBezTo>
                    <a:pt x="38727" y="49906"/>
                    <a:pt x="49899" y="38735"/>
                    <a:pt x="49899" y="24957"/>
                  </a:cubicBezTo>
                  <a:cubicBezTo>
                    <a:pt x="49899" y="11172"/>
                    <a:pt x="38727" y="1"/>
                    <a:pt x="249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8"/>
            <p:cNvSpPr/>
            <p:nvPr/>
          </p:nvSpPr>
          <p:spPr>
            <a:xfrm>
              <a:off x="-3174837" y="8312750"/>
              <a:ext cx="1092000" cy="801250"/>
            </a:xfrm>
            <a:custGeom>
              <a:rect b="b" l="l" r="r" t="t"/>
              <a:pathLst>
                <a:path extrusionOk="0" h="32050" w="43680">
                  <a:moveTo>
                    <a:pt x="42658" y="0"/>
                  </a:moveTo>
                  <a:cubicBezTo>
                    <a:pt x="42658" y="0"/>
                    <a:pt x="33019" y="12867"/>
                    <a:pt x="21366" y="18457"/>
                  </a:cubicBezTo>
                  <a:cubicBezTo>
                    <a:pt x="13904" y="22040"/>
                    <a:pt x="1" y="23580"/>
                    <a:pt x="1" y="23580"/>
                  </a:cubicBezTo>
                  <a:cubicBezTo>
                    <a:pt x="4726" y="28963"/>
                    <a:pt x="11541" y="32049"/>
                    <a:pt x="18705" y="32049"/>
                  </a:cubicBezTo>
                  <a:cubicBezTo>
                    <a:pt x="18714" y="32049"/>
                    <a:pt x="18722" y="32049"/>
                    <a:pt x="18731" y="32049"/>
                  </a:cubicBezTo>
                  <a:cubicBezTo>
                    <a:pt x="32508" y="32049"/>
                    <a:pt x="43680" y="20878"/>
                    <a:pt x="43680" y="7100"/>
                  </a:cubicBezTo>
                  <a:cubicBezTo>
                    <a:pt x="43680" y="4694"/>
                    <a:pt x="43339" y="2303"/>
                    <a:pt x="42658" y="0"/>
                  </a:cubicBezTo>
                  <a:close/>
                </a:path>
              </a:pathLst>
            </a:custGeom>
            <a:solidFill>
              <a:srgbClr val="2D3962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8"/>
            <p:cNvSpPr/>
            <p:nvPr/>
          </p:nvSpPr>
          <p:spPr>
            <a:xfrm>
              <a:off x="-2738587" y="8113475"/>
              <a:ext cx="278000" cy="384000"/>
            </a:xfrm>
            <a:custGeom>
              <a:rect b="b" l="l" r="r" t="t"/>
              <a:pathLst>
                <a:path extrusionOk="0" h="15360" w="11120">
                  <a:moveTo>
                    <a:pt x="6540" y="1"/>
                  </a:moveTo>
                  <a:cubicBezTo>
                    <a:pt x="6275" y="1"/>
                    <a:pt x="6022" y="161"/>
                    <a:pt x="5915" y="420"/>
                  </a:cubicBezTo>
                  <a:lnTo>
                    <a:pt x="178" y="14434"/>
                  </a:lnTo>
                  <a:cubicBezTo>
                    <a:pt x="0" y="14879"/>
                    <a:pt x="326" y="15360"/>
                    <a:pt x="800" y="15360"/>
                  </a:cubicBezTo>
                  <a:lnTo>
                    <a:pt x="10453" y="15360"/>
                  </a:lnTo>
                  <a:cubicBezTo>
                    <a:pt x="10824" y="15360"/>
                    <a:pt x="11120" y="15056"/>
                    <a:pt x="11120" y="14686"/>
                  </a:cubicBezTo>
                  <a:cubicBezTo>
                    <a:pt x="11120" y="14323"/>
                    <a:pt x="10824" y="14020"/>
                    <a:pt x="10453" y="14020"/>
                  </a:cubicBezTo>
                  <a:lnTo>
                    <a:pt x="1792" y="14020"/>
                  </a:lnTo>
                  <a:lnTo>
                    <a:pt x="7152" y="924"/>
                  </a:lnTo>
                  <a:cubicBezTo>
                    <a:pt x="7300" y="583"/>
                    <a:pt x="7129" y="191"/>
                    <a:pt x="6789" y="50"/>
                  </a:cubicBezTo>
                  <a:cubicBezTo>
                    <a:pt x="6707" y="16"/>
                    <a:pt x="6623" y="1"/>
                    <a:pt x="6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8"/>
            <p:cNvSpPr/>
            <p:nvPr/>
          </p:nvSpPr>
          <p:spPr>
            <a:xfrm>
              <a:off x="-2723237" y="7935375"/>
              <a:ext cx="33350" cy="82575"/>
            </a:xfrm>
            <a:custGeom>
              <a:rect b="b" l="l" r="r" t="t"/>
              <a:pathLst>
                <a:path extrusionOk="0" h="3303" w="1334">
                  <a:moveTo>
                    <a:pt x="667" y="0"/>
                  </a:moveTo>
                  <a:cubicBezTo>
                    <a:pt x="297" y="0"/>
                    <a:pt x="0" y="296"/>
                    <a:pt x="0" y="667"/>
                  </a:cubicBezTo>
                  <a:lnTo>
                    <a:pt x="0" y="2636"/>
                  </a:lnTo>
                  <a:cubicBezTo>
                    <a:pt x="0" y="3006"/>
                    <a:pt x="297" y="3302"/>
                    <a:pt x="667" y="3302"/>
                  </a:cubicBezTo>
                  <a:cubicBezTo>
                    <a:pt x="1037" y="3302"/>
                    <a:pt x="1333" y="3006"/>
                    <a:pt x="1333" y="2636"/>
                  </a:cubicBezTo>
                  <a:lnTo>
                    <a:pt x="1333" y="667"/>
                  </a:lnTo>
                  <a:cubicBezTo>
                    <a:pt x="1333" y="296"/>
                    <a:pt x="10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8"/>
            <p:cNvSpPr/>
            <p:nvPr/>
          </p:nvSpPr>
          <p:spPr>
            <a:xfrm>
              <a:off x="-2723237" y="8970350"/>
              <a:ext cx="33350" cy="82550"/>
            </a:xfrm>
            <a:custGeom>
              <a:rect b="b" l="l" r="r" t="t"/>
              <a:pathLst>
                <a:path extrusionOk="0" h="3302" w="1334">
                  <a:moveTo>
                    <a:pt x="667" y="0"/>
                  </a:moveTo>
                  <a:cubicBezTo>
                    <a:pt x="297" y="0"/>
                    <a:pt x="0" y="296"/>
                    <a:pt x="0" y="666"/>
                  </a:cubicBezTo>
                  <a:lnTo>
                    <a:pt x="0" y="2636"/>
                  </a:lnTo>
                  <a:cubicBezTo>
                    <a:pt x="0" y="3006"/>
                    <a:pt x="297" y="3302"/>
                    <a:pt x="667" y="3302"/>
                  </a:cubicBezTo>
                  <a:cubicBezTo>
                    <a:pt x="1037" y="3302"/>
                    <a:pt x="1333" y="3006"/>
                    <a:pt x="1333" y="2636"/>
                  </a:cubicBezTo>
                  <a:lnTo>
                    <a:pt x="1333" y="666"/>
                  </a:lnTo>
                  <a:cubicBezTo>
                    <a:pt x="1333" y="296"/>
                    <a:pt x="10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-3266812" y="8473575"/>
              <a:ext cx="82575" cy="33350"/>
            </a:xfrm>
            <a:custGeom>
              <a:rect b="b" l="l" r="r" t="t"/>
              <a:pathLst>
                <a:path extrusionOk="0" h="1334" w="3303">
                  <a:moveTo>
                    <a:pt x="2641" y="0"/>
                  </a:moveTo>
                  <a:cubicBezTo>
                    <a:pt x="2632" y="0"/>
                    <a:pt x="2623" y="1"/>
                    <a:pt x="2614" y="1"/>
                  </a:cubicBezTo>
                  <a:lnTo>
                    <a:pt x="644" y="1"/>
                  </a:lnTo>
                  <a:cubicBezTo>
                    <a:pt x="289" y="8"/>
                    <a:pt x="0" y="304"/>
                    <a:pt x="0" y="667"/>
                  </a:cubicBezTo>
                  <a:cubicBezTo>
                    <a:pt x="0" y="1023"/>
                    <a:pt x="289" y="1319"/>
                    <a:pt x="644" y="1333"/>
                  </a:cubicBezTo>
                  <a:lnTo>
                    <a:pt x="2614" y="1333"/>
                  </a:lnTo>
                  <a:cubicBezTo>
                    <a:pt x="2622" y="1334"/>
                    <a:pt x="2631" y="1334"/>
                    <a:pt x="2640" y="1334"/>
                  </a:cubicBezTo>
                  <a:cubicBezTo>
                    <a:pt x="3006" y="1334"/>
                    <a:pt x="3302" y="1036"/>
                    <a:pt x="3302" y="667"/>
                  </a:cubicBezTo>
                  <a:cubicBezTo>
                    <a:pt x="3302" y="291"/>
                    <a:pt x="3006" y="0"/>
                    <a:pt x="2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-2230737" y="8473575"/>
              <a:ext cx="83675" cy="33350"/>
            </a:xfrm>
            <a:custGeom>
              <a:rect b="b" l="l" r="r" t="t"/>
              <a:pathLst>
                <a:path extrusionOk="0" h="1334" w="3347">
                  <a:moveTo>
                    <a:pt x="662" y="0"/>
                  </a:moveTo>
                  <a:cubicBezTo>
                    <a:pt x="297" y="0"/>
                    <a:pt x="1" y="291"/>
                    <a:pt x="1" y="667"/>
                  </a:cubicBezTo>
                  <a:cubicBezTo>
                    <a:pt x="1" y="1036"/>
                    <a:pt x="297" y="1334"/>
                    <a:pt x="663" y="1334"/>
                  </a:cubicBezTo>
                  <a:cubicBezTo>
                    <a:pt x="671" y="1334"/>
                    <a:pt x="680" y="1334"/>
                    <a:pt x="689" y="1333"/>
                  </a:cubicBezTo>
                  <a:lnTo>
                    <a:pt x="2658" y="1333"/>
                  </a:lnTo>
                  <a:cubicBezTo>
                    <a:pt x="2667" y="1334"/>
                    <a:pt x="2676" y="1334"/>
                    <a:pt x="2685" y="1334"/>
                  </a:cubicBezTo>
                  <a:cubicBezTo>
                    <a:pt x="3050" y="1334"/>
                    <a:pt x="3347" y="1036"/>
                    <a:pt x="3347" y="667"/>
                  </a:cubicBezTo>
                  <a:cubicBezTo>
                    <a:pt x="3347" y="291"/>
                    <a:pt x="3051" y="0"/>
                    <a:pt x="2685" y="0"/>
                  </a:cubicBezTo>
                  <a:cubicBezTo>
                    <a:pt x="2676" y="0"/>
                    <a:pt x="2667" y="1"/>
                    <a:pt x="2658" y="1"/>
                  </a:cubicBezTo>
                  <a:lnTo>
                    <a:pt x="689" y="1"/>
                  </a:lnTo>
                  <a:cubicBezTo>
                    <a:pt x="680" y="1"/>
                    <a:pt x="671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8"/>
            <p:cNvSpPr/>
            <p:nvPr/>
          </p:nvSpPr>
          <p:spPr>
            <a:xfrm>
              <a:off x="-3367862" y="7828950"/>
              <a:ext cx="1322600" cy="1322600"/>
            </a:xfrm>
            <a:custGeom>
              <a:rect b="b" l="l" r="r" t="t"/>
              <a:pathLst>
                <a:path extrusionOk="0" h="52904" w="52904">
                  <a:moveTo>
                    <a:pt x="26452" y="2999"/>
                  </a:moveTo>
                  <a:cubicBezTo>
                    <a:pt x="39385" y="2999"/>
                    <a:pt x="49898" y="13519"/>
                    <a:pt x="49898" y="26452"/>
                  </a:cubicBezTo>
                  <a:cubicBezTo>
                    <a:pt x="49898" y="39378"/>
                    <a:pt x="39385" y="49898"/>
                    <a:pt x="26452" y="49898"/>
                  </a:cubicBezTo>
                  <a:cubicBezTo>
                    <a:pt x="13526" y="49898"/>
                    <a:pt x="3006" y="39378"/>
                    <a:pt x="3006" y="26452"/>
                  </a:cubicBezTo>
                  <a:cubicBezTo>
                    <a:pt x="3006" y="13519"/>
                    <a:pt x="13526" y="2999"/>
                    <a:pt x="26452" y="2999"/>
                  </a:cubicBezTo>
                  <a:close/>
                  <a:moveTo>
                    <a:pt x="26452" y="0"/>
                  </a:moveTo>
                  <a:cubicBezTo>
                    <a:pt x="11867" y="0"/>
                    <a:pt x="0" y="11868"/>
                    <a:pt x="0" y="26452"/>
                  </a:cubicBezTo>
                  <a:cubicBezTo>
                    <a:pt x="0" y="41037"/>
                    <a:pt x="11867" y="52904"/>
                    <a:pt x="26452" y="52904"/>
                  </a:cubicBezTo>
                  <a:cubicBezTo>
                    <a:pt x="41036" y="52904"/>
                    <a:pt x="52904" y="41037"/>
                    <a:pt x="52904" y="26452"/>
                  </a:cubicBezTo>
                  <a:cubicBezTo>
                    <a:pt x="52904" y="11860"/>
                    <a:pt x="41036" y="0"/>
                    <a:pt x="26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38"/>
          <p:cNvGrpSpPr/>
          <p:nvPr/>
        </p:nvGrpSpPr>
        <p:grpSpPr>
          <a:xfrm>
            <a:off x="163908" y="4510238"/>
            <a:ext cx="1855981" cy="404387"/>
            <a:chOff x="373708" y="2493184"/>
            <a:chExt cx="1855981" cy="404387"/>
          </a:xfrm>
        </p:grpSpPr>
        <p:sp>
          <p:nvSpPr>
            <p:cNvPr id="82" name="Google Shape;82;p38"/>
            <p:cNvSpPr/>
            <p:nvPr/>
          </p:nvSpPr>
          <p:spPr>
            <a:xfrm>
              <a:off x="373708" y="2710857"/>
              <a:ext cx="1855981" cy="186714"/>
            </a:xfrm>
            <a:custGeom>
              <a:rect b="b" l="l" r="r" t="t"/>
              <a:pathLst>
                <a:path extrusionOk="0" h="6242" w="62047">
                  <a:moveTo>
                    <a:pt x="31390" y="1"/>
                  </a:moveTo>
                  <a:cubicBezTo>
                    <a:pt x="14459" y="1"/>
                    <a:pt x="0" y="1"/>
                    <a:pt x="741" y="3369"/>
                  </a:cubicBezTo>
                  <a:cubicBezTo>
                    <a:pt x="1141" y="5205"/>
                    <a:pt x="14459" y="6242"/>
                    <a:pt x="31390" y="6242"/>
                  </a:cubicBezTo>
                  <a:cubicBezTo>
                    <a:pt x="48321" y="6242"/>
                    <a:pt x="62047" y="5228"/>
                    <a:pt x="62047" y="3369"/>
                  </a:cubicBezTo>
                  <a:cubicBezTo>
                    <a:pt x="62047" y="1"/>
                    <a:pt x="48321" y="1"/>
                    <a:pt x="31390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8"/>
            <p:cNvSpPr/>
            <p:nvPr/>
          </p:nvSpPr>
          <p:spPr>
            <a:xfrm>
              <a:off x="1809358" y="2495188"/>
              <a:ext cx="255363" cy="29077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8"/>
            <p:cNvSpPr/>
            <p:nvPr/>
          </p:nvSpPr>
          <p:spPr>
            <a:xfrm>
              <a:off x="2064691" y="2593720"/>
              <a:ext cx="100566" cy="94823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8"/>
            <p:cNvSpPr/>
            <p:nvPr/>
          </p:nvSpPr>
          <p:spPr>
            <a:xfrm>
              <a:off x="718061" y="2591506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8"/>
            <p:cNvSpPr/>
            <p:nvPr/>
          </p:nvSpPr>
          <p:spPr>
            <a:xfrm>
              <a:off x="718061" y="2689829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8"/>
            <p:cNvSpPr/>
            <p:nvPr/>
          </p:nvSpPr>
          <p:spPr>
            <a:xfrm>
              <a:off x="718061" y="2493184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8"/>
            <p:cNvSpPr/>
            <p:nvPr/>
          </p:nvSpPr>
          <p:spPr>
            <a:xfrm>
              <a:off x="712527" y="2493184"/>
              <a:ext cx="72209" cy="29499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8"/>
            <p:cNvSpPr/>
            <p:nvPr/>
          </p:nvSpPr>
          <p:spPr>
            <a:xfrm>
              <a:off x="531377" y="2493184"/>
              <a:ext cx="181180" cy="29499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38"/>
          <p:cNvGrpSpPr/>
          <p:nvPr/>
        </p:nvGrpSpPr>
        <p:grpSpPr>
          <a:xfrm>
            <a:off x="260188" y="203735"/>
            <a:ext cx="8711938" cy="4580188"/>
            <a:chOff x="-6130737" y="2789854"/>
            <a:chExt cx="4818283" cy="2533150"/>
          </a:xfrm>
        </p:grpSpPr>
        <p:sp>
          <p:nvSpPr>
            <p:cNvPr id="91" name="Google Shape;91;p38"/>
            <p:cNvSpPr/>
            <p:nvPr/>
          </p:nvSpPr>
          <p:spPr>
            <a:xfrm>
              <a:off x="-6130737" y="3414690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8"/>
            <p:cNvSpPr/>
            <p:nvPr/>
          </p:nvSpPr>
          <p:spPr>
            <a:xfrm>
              <a:off x="-1569591" y="5245229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8"/>
            <p:cNvSpPr/>
            <p:nvPr/>
          </p:nvSpPr>
          <p:spPr>
            <a:xfrm>
              <a:off x="-1366504" y="4595213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8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38"/>
          <p:cNvSpPr txBox="1"/>
          <p:nvPr>
            <p:ph idx="4"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"/>
          <p:cNvSpPr txBox="1"/>
          <p:nvPr>
            <p:ph idx="1" type="body"/>
          </p:nvPr>
        </p:nvSpPr>
        <p:spPr>
          <a:xfrm>
            <a:off x="720000" y="1462250"/>
            <a:ext cx="4565700" cy="28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" name="Google Shape;99;p39"/>
          <p:cNvGrpSpPr/>
          <p:nvPr/>
        </p:nvGrpSpPr>
        <p:grpSpPr>
          <a:xfrm flipH="1">
            <a:off x="263431" y="256388"/>
            <a:ext cx="8365795" cy="4705033"/>
            <a:chOff x="-5876397" y="2818975"/>
            <a:chExt cx="4626843" cy="2602197"/>
          </a:xfrm>
        </p:grpSpPr>
        <p:sp>
          <p:nvSpPr>
            <p:cNvPr id="100" name="Google Shape;100;p39"/>
            <p:cNvSpPr/>
            <p:nvPr/>
          </p:nvSpPr>
          <p:spPr>
            <a:xfrm>
              <a:off x="-2518725" y="2818975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9"/>
            <p:cNvSpPr/>
            <p:nvPr/>
          </p:nvSpPr>
          <p:spPr>
            <a:xfrm>
              <a:off x="-2567599" y="5374872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9"/>
            <p:cNvSpPr/>
            <p:nvPr/>
          </p:nvSpPr>
          <p:spPr>
            <a:xfrm>
              <a:off x="-5876397" y="3710242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9"/>
            <p:cNvSpPr/>
            <p:nvPr/>
          </p:nvSpPr>
          <p:spPr>
            <a:xfrm>
              <a:off x="-1303804" y="3521580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39"/>
          <p:cNvSpPr/>
          <p:nvPr/>
        </p:nvSpPr>
        <p:spPr>
          <a:xfrm rot="-1890520">
            <a:off x="-1350080" y="-821013"/>
            <a:ext cx="3154038" cy="2496721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/>
          <p:nvPr>
            <p:ph type="title"/>
          </p:nvPr>
        </p:nvSpPr>
        <p:spPr>
          <a:xfrm>
            <a:off x="937626" y="2925591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41"/>
          <p:cNvSpPr txBox="1"/>
          <p:nvPr>
            <p:ph idx="1" type="subTitle"/>
          </p:nvPr>
        </p:nvSpPr>
        <p:spPr>
          <a:xfrm>
            <a:off x="937626" y="3415071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title"/>
          </p:nvPr>
        </p:nvSpPr>
        <p:spPr>
          <a:xfrm>
            <a:off x="3484346" y="2925591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41"/>
          <p:cNvSpPr txBox="1"/>
          <p:nvPr>
            <p:ph idx="3" type="subTitle"/>
          </p:nvPr>
        </p:nvSpPr>
        <p:spPr>
          <a:xfrm>
            <a:off x="3484346" y="3415071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4" type="title"/>
          </p:nvPr>
        </p:nvSpPr>
        <p:spPr>
          <a:xfrm>
            <a:off x="6031073" y="2925591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" name="Google Shape;113;p41"/>
          <p:cNvSpPr txBox="1"/>
          <p:nvPr>
            <p:ph idx="5" type="subTitle"/>
          </p:nvPr>
        </p:nvSpPr>
        <p:spPr>
          <a:xfrm>
            <a:off x="6031073" y="3415071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6"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41"/>
          <p:cNvSpPr/>
          <p:nvPr/>
        </p:nvSpPr>
        <p:spPr>
          <a:xfrm rot="10800000">
            <a:off x="6318944" y="3678500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1"/>
          <p:cNvSpPr/>
          <p:nvPr/>
        </p:nvSpPr>
        <p:spPr>
          <a:xfrm flipH="1" rot="10800000">
            <a:off x="-766606" y="3530075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41"/>
          <p:cNvGrpSpPr/>
          <p:nvPr/>
        </p:nvGrpSpPr>
        <p:grpSpPr>
          <a:xfrm flipH="1" rot="10800000">
            <a:off x="234285" y="258761"/>
            <a:ext cx="8725833" cy="4561622"/>
            <a:chOff x="-6145063" y="2768870"/>
            <a:chExt cx="4825968" cy="2522881"/>
          </a:xfrm>
        </p:grpSpPr>
        <p:sp>
          <p:nvSpPr>
            <p:cNvPr id="118" name="Google Shape;118;p41"/>
            <p:cNvSpPr/>
            <p:nvPr/>
          </p:nvSpPr>
          <p:spPr>
            <a:xfrm>
              <a:off x="-2518725" y="2818975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1"/>
            <p:cNvSpPr/>
            <p:nvPr/>
          </p:nvSpPr>
          <p:spPr>
            <a:xfrm>
              <a:off x="-6102807" y="4983188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1"/>
            <p:cNvSpPr/>
            <p:nvPr/>
          </p:nvSpPr>
          <p:spPr>
            <a:xfrm>
              <a:off x="-1400020" y="3742795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1"/>
            <p:cNvSpPr/>
            <p:nvPr/>
          </p:nvSpPr>
          <p:spPr>
            <a:xfrm>
              <a:off x="-1481725" y="5214776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1"/>
            <p:cNvSpPr/>
            <p:nvPr/>
          </p:nvSpPr>
          <p:spPr>
            <a:xfrm>
              <a:off x="-6145063" y="3400400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1"/>
            <p:cNvSpPr/>
            <p:nvPr/>
          </p:nvSpPr>
          <p:spPr>
            <a:xfrm>
              <a:off x="-4675299" y="2768870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2"/>
          <p:cNvSpPr/>
          <p:nvPr/>
        </p:nvSpPr>
        <p:spPr>
          <a:xfrm flipH="1" rot="5400000">
            <a:off x="6734768" y="2616787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idx="1" type="body"/>
          </p:nvPr>
        </p:nvSpPr>
        <p:spPr>
          <a:xfrm>
            <a:off x="713225" y="1400175"/>
            <a:ext cx="77244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42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42"/>
          <p:cNvSpPr/>
          <p:nvPr/>
        </p:nvSpPr>
        <p:spPr>
          <a:xfrm rot="-698476">
            <a:off x="-1158172" y="-440823"/>
            <a:ext cx="3154130" cy="249679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2"/>
          <p:cNvSpPr/>
          <p:nvPr/>
        </p:nvSpPr>
        <p:spPr>
          <a:xfrm flipH="1" rot="10800000">
            <a:off x="3411414" y="4774820"/>
            <a:ext cx="97728" cy="83715"/>
          </a:xfrm>
          <a:custGeom>
            <a:rect b="b" l="l" r="r" t="t"/>
            <a:pathLst>
              <a:path extrusionOk="0" h="1852" w="2162">
                <a:moveTo>
                  <a:pt x="1236" y="497"/>
                </a:moveTo>
                <a:cubicBezTo>
                  <a:pt x="1481" y="497"/>
                  <a:pt x="1673" y="689"/>
                  <a:pt x="1673" y="926"/>
                </a:cubicBezTo>
                <a:cubicBezTo>
                  <a:pt x="1673" y="1186"/>
                  <a:pt x="1460" y="1358"/>
                  <a:pt x="1238" y="1358"/>
                </a:cubicBezTo>
                <a:cubicBezTo>
                  <a:pt x="1131" y="1358"/>
                  <a:pt x="1022" y="1318"/>
                  <a:pt x="933" y="1230"/>
                </a:cubicBezTo>
                <a:cubicBezTo>
                  <a:pt x="659" y="963"/>
                  <a:pt x="851" y="497"/>
                  <a:pt x="1236" y="497"/>
                </a:cubicBezTo>
                <a:close/>
                <a:moveTo>
                  <a:pt x="1233" y="1"/>
                </a:moveTo>
                <a:cubicBezTo>
                  <a:pt x="1006" y="1"/>
                  <a:pt x="774" y="85"/>
                  <a:pt x="585" y="275"/>
                </a:cubicBezTo>
                <a:cubicBezTo>
                  <a:pt x="0" y="859"/>
                  <a:pt x="415" y="1851"/>
                  <a:pt x="1236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8" y="1"/>
                  <a:pt x="12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2"/>
          <p:cNvSpPr/>
          <p:nvPr/>
        </p:nvSpPr>
        <p:spPr>
          <a:xfrm flipH="1" rot="10800000">
            <a:off x="8520222" y="1743575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2"/>
          <p:cNvSpPr/>
          <p:nvPr/>
        </p:nvSpPr>
        <p:spPr>
          <a:xfrm flipH="1" rot="10800000">
            <a:off x="8666549" y="963191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2"/>
          <p:cNvSpPr/>
          <p:nvPr/>
        </p:nvSpPr>
        <p:spPr>
          <a:xfrm flipH="1" rot="10800000">
            <a:off x="828042" y="4747084"/>
            <a:ext cx="146275" cy="139178"/>
          </a:xfrm>
          <a:custGeom>
            <a:rect b="b" l="l" r="r" t="t"/>
            <a:pathLst>
              <a:path extrusionOk="0" h="3079" w="3236">
                <a:moveTo>
                  <a:pt x="1637" y="1"/>
                </a:moveTo>
                <a:cubicBezTo>
                  <a:pt x="1515" y="1"/>
                  <a:pt x="1392" y="82"/>
                  <a:pt x="1392" y="245"/>
                </a:cubicBezTo>
                <a:lnTo>
                  <a:pt x="1392" y="1296"/>
                </a:lnTo>
                <a:lnTo>
                  <a:pt x="349" y="1296"/>
                </a:lnTo>
                <a:cubicBezTo>
                  <a:pt x="341" y="1296"/>
                  <a:pt x="334" y="1296"/>
                  <a:pt x="327" y="1296"/>
                </a:cubicBezTo>
                <a:cubicBezTo>
                  <a:pt x="0" y="1296"/>
                  <a:pt x="0" y="1786"/>
                  <a:pt x="327" y="1786"/>
                </a:cubicBezTo>
                <a:cubicBezTo>
                  <a:pt x="334" y="1786"/>
                  <a:pt x="341" y="1785"/>
                  <a:pt x="349" y="1785"/>
                </a:cubicBezTo>
                <a:lnTo>
                  <a:pt x="1392" y="1785"/>
                </a:lnTo>
                <a:lnTo>
                  <a:pt x="1392" y="2829"/>
                </a:lnTo>
                <a:cubicBezTo>
                  <a:pt x="1392" y="2995"/>
                  <a:pt x="1515" y="3079"/>
                  <a:pt x="1637" y="3079"/>
                </a:cubicBezTo>
                <a:cubicBezTo>
                  <a:pt x="1759" y="3079"/>
                  <a:pt x="1881" y="2995"/>
                  <a:pt x="1881" y="2829"/>
                </a:cubicBezTo>
                <a:lnTo>
                  <a:pt x="1881" y="1785"/>
                </a:lnTo>
                <a:lnTo>
                  <a:pt x="2925" y="1785"/>
                </a:lnTo>
                <a:cubicBezTo>
                  <a:pt x="3236" y="1763"/>
                  <a:pt x="3236" y="1311"/>
                  <a:pt x="2925" y="1289"/>
                </a:cubicBezTo>
                <a:lnTo>
                  <a:pt x="2925" y="1296"/>
                </a:lnTo>
                <a:lnTo>
                  <a:pt x="1881" y="1296"/>
                </a:lnTo>
                <a:lnTo>
                  <a:pt x="1881" y="245"/>
                </a:lnTo>
                <a:cubicBezTo>
                  <a:pt x="1881" y="82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2"/>
          <p:cNvSpPr/>
          <p:nvPr/>
        </p:nvSpPr>
        <p:spPr>
          <a:xfrm flipH="1" rot="10800000">
            <a:off x="7123349" y="199618"/>
            <a:ext cx="147993" cy="139178"/>
          </a:xfrm>
          <a:custGeom>
            <a:rect b="b" l="l" r="r" t="t"/>
            <a:pathLst>
              <a:path extrusionOk="0" h="3079" w="3274">
                <a:moveTo>
                  <a:pt x="1637" y="1"/>
                </a:moveTo>
                <a:cubicBezTo>
                  <a:pt x="1515" y="1"/>
                  <a:pt x="1393" y="84"/>
                  <a:pt x="1393" y="250"/>
                </a:cubicBezTo>
                <a:lnTo>
                  <a:pt x="1393" y="1294"/>
                </a:lnTo>
                <a:lnTo>
                  <a:pt x="349" y="1294"/>
                </a:lnTo>
                <a:cubicBezTo>
                  <a:pt x="342" y="1294"/>
                  <a:pt x="335" y="1294"/>
                  <a:pt x="328" y="1294"/>
                </a:cubicBezTo>
                <a:cubicBezTo>
                  <a:pt x="1" y="1294"/>
                  <a:pt x="1" y="1791"/>
                  <a:pt x="328" y="1791"/>
                </a:cubicBezTo>
                <a:cubicBezTo>
                  <a:pt x="335" y="1791"/>
                  <a:pt x="342" y="1791"/>
                  <a:pt x="349" y="1790"/>
                </a:cubicBezTo>
                <a:lnTo>
                  <a:pt x="1393" y="1790"/>
                </a:lnTo>
                <a:lnTo>
                  <a:pt x="1393" y="2834"/>
                </a:lnTo>
                <a:cubicBezTo>
                  <a:pt x="1393" y="2997"/>
                  <a:pt x="1515" y="3078"/>
                  <a:pt x="1637" y="3078"/>
                </a:cubicBezTo>
                <a:cubicBezTo>
                  <a:pt x="1759" y="3078"/>
                  <a:pt x="1881" y="2997"/>
                  <a:pt x="1881" y="2834"/>
                </a:cubicBezTo>
                <a:lnTo>
                  <a:pt x="1881" y="1790"/>
                </a:lnTo>
                <a:lnTo>
                  <a:pt x="2925" y="1790"/>
                </a:lnTo>
                <a:cubicBezTo>
                  <a:pt x="2932" y="1791"/>
                  <a:pt x="2939" y="1791"/>
                  <a:pt x="2946" y="1791"/>
                </a:cubicBezTo>
                <a:cubicBezTo>
                  <a:pt x="3274" y="1791"/>
                  <a:pt x="3274" y="1294"/>
                  <a:pt x="2946" y="1294"/>
                </a:cubicBezTo>
                <a:cubicBezTo>
                  <a:pt x="2939" y="1294"/>
                  <a:pt x="2932" y="1294"/>
                  <a:pt x="2925" y="1294"/>
                </a:cubicBezTo>
                <a:lnTo>
                  <a:pt x="1881" y="1294"/>
                </a:lnTo>
                <a:lnTo>
                  <a:pt x="1881" y="250"/>
                </a:lnTo>
                <a:cubicBezTo>
                  <a:pt x="1881" y="84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2"/>
          <p:cNvSpPr/>
          <p:nvPr/>
        </p:nvSpPr>
        <p:spPr>
          <a:xfrm flipH="1" rot="10800000">
            <a:off x="274592" y="4056771"/>
            <a:ext cx="98089" cy="83896"/>
          </a:xfrm>
          <a:custGeom>
            <a:rect b="b" l="l" r="r" t="t"/>
            <a:pathLst>
              <a:path extrusionOk="0" h="1856" w="2170">
                <a:moveTo>
                  <a:pt x="1244" y="493"/>
                </a:moveTo>
                <a:cubicBezTo>
                  <a:pt x="1481" y="493"/>
                  <a:pt x="1673" y="686"/>
                  <a:pt x="1673" y="930"/>
                </a:cubicBezTo>
                <a:cubicBezTo>
                  <a:pt x="1673" y="1190"/>
                  <a:pt x="1461" y="1362"/>
                  <a:pt x="1238" y="1362"/>
                </a:cubicBezTo>
                <a:cubicBezTo>
                  <a:pt x="1131" y="1362"/>
                  <a:pt x="1022" y="1322"/>
                  <a:pt x="933" y="1233"/>
                </a:cubicBezTo>
                <a:cubicBezTo>
                  <a:pt x="659" y="960"/>
                  <a:pt x="852" y="493"/>
                  <a:pt x="1244" y="493"/>
                </a:cubicBezTo>
                <a:close/>
                <a:moveTo>
                  <a:pt x="1234" y="1"/>
                </a:moveTo>
                <a:cubicBezTo>
                  <a:pt x="1006" y="1"/>
                  <a:pt x="774" y="84"/>
                  <a:pt x="585" y="271"/>
                </a:cubicBezTo>
                <a:cubicBezTo>
                  <a:pt x="0" y="856"/>
                  <a:pt x="415" y="1855"/>
                  <a:pt x="1244" y="1855"/>
                </a:cubicBezTo>
                <a:cubicBezTo>
                  <a:pt x="1755" y="1855"/>
                  <a:pt x="2169" y="1441"/>
                  <a:pt x="2169" y="930"/>
                </a:cubicBezTo>
                <a:cubicBezTo>
                  <a:pt x="2169" y="369"/>
                  <a:pt x="1711" y="1"/>
                  <a:pt x="1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2"/>
          <p:cNvSpPr/>
          <p:nvPr/>
        </p:nvSpPr>
        <p:spPr>
          <a:xfrm>
            <a:off x="2136422" y="198898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42"/>
          <p:cNvGrpSpPr/>
          <p:nvPr/>
        </p:nvGrpSpPr>
        <p:grpSpPr>
          <a:xfrm rot="-10655570">
            <a:off x="8161069" y="3690905"/>
            <a:ext cx="847257" cy="2087706"/>
            <a:chOff x="6288246" y="-2269485"/>
            <a:chExt cx="847271" cy="2087743"/>
          </a:xfrm>
        </p:grpSpPr>
        <p:sp>
          <p:nvSpPr>
            <p:cNvPr id="137" name="Google Shape;137;p42"/>
            <p:cNvSpPr/>
            <p:nvPr/>
          </p:nvSpPr>
          <p:spPr>
            <a:xfrm flipH="1" rot="-6257040">
              <a:off x="6751486" y="-665638"/>
              <a:ext cx="326805" cy="37212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2"/>
            <p:cNvSpPr/>
            <p:nvPr/>
          </p:nvSpPr>
          <p:spPr>
            <a:xfrm flipH="1" rot="-6257040">
              <a:off x="6907408" y="-319749"/>
              <a:ext cx="128701" cy="121351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2"/>
            <p:cNvSpPr/>
            <p:nvPr/>
          </p:nvSpPr>
          <p:spPr>
            <a:xfrm flipH="1" rot="-6257040">
              <a:off x="5971438" y="-1335574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2"/>
            <p:cNvSpPr/>
            <p:nvPr/>
          </p:nvSpPr>
          <p:spPr>
            <a:xfrm flipH="1" rot="-6257040">
              <a:off x="6093377" y="-1366620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2"/>
            <p:cNvSpPr/>
            <p:nvPr/>
          </p:nvSpPr>
          <p:spPr>
            <a:xfrm flipH="1" rot="-6257040">
              <a:off x="5849498" y="-1304528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2"/>
            <p:cNvSpPr/>
            <p:nvPr/>
          </p:nvSpPr>
          <p:spPr>
            <a:xfrm flipH="1" rot="-6257040">
              <a:off x="6493568" y="-2142235"/>
              <a:ext cx="92410" cy="37752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2"/>
            <p:cNvSpPr/>
            <p:nvPr/>
          </p:nvSpPr>
          <p:spPr>
            <a:xfrm flipH="1" rot="-6257040">
              <a:off x="6383844" y="-2299325"/>
              <a:ext cx="231868" cy="37752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3"/>
          <p:cNvSpPr txBox="1"/>
          <p:nvPr>
            <p:ph type="title"/>
          </p:nvPr>
        </p:nvSpPr>
        <p:spPr>
          <a:xfrm>
            <a:off x="811787" y="882109"/>
            <a:ext cx="3748500" cy="221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43"/>
          <p:cNvSpPr txBox="1"/>
          <p:nvPr>
            <p:ph idx="1" type="subTitle"/>
          </p:nvPr>
        </p:nvSpPr>
        <p:spPr>
          <a:xfrm>
            <a:off x="811787" y="3097391"/>
            <a:ext cx="37485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3"/>
          <p:cNvSpPr/>
          <p:nvPr/>
        </p:nvSpPr>
        <p:spPr>
          <a:xfrm flipH="1" rot="208">
            <a:off x="-1344251" y="2945355"/>
            <a:ext cx="9695383" cy="5532044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3"/>
          <p:cNvSpPr/>
          <p:nvPr/>
        </p:nvSpPr>
        <p:spPr>
          <a:xfrm flipH="1">
            <a:off x="6280844" y="-1097762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43"/>
          <p:cNvGrpSpPr/>
          <p:nvPr/>
        </p:nvGrpSpPr>
        <p:grpSpPr>
          <a:xfrm>
            <a:off x="237813" y="231368"/>
            <a:ext cx="8658115" cy="4062251"/>
            <a:chOff x="-6143112" y="2805138"/>
            <a:chExt cx="4788515" cy="2246696"/>
          </a:xfrm>
        </p:grpSpPr>
        <p:sp>
          <p:nvSpPr>
            <p:cNvPr id="150" name="Google Shape;150;p43"/>
            <p:cNvSpPr/>
            <p:nvPr/>
          </p:nvSpPr>
          <p:spPr>
            <a:xfrm>
              <a:off x="-6143112" y="3758359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3"/>
            <p:cNvSpPr/>
            <p:nvPr/>
          </p:nvSpPr>
          <p:spPr>
            <a:xfrm>
              <a:off x="-1408647" y="5005534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3"/>
            <p:cNvSpPr/>
            <p:nvPr/>
          </p:nvSpPr>
          <p:spPr>
            <a:xfrm>
              <a:off x="-3368844" y="2805138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4"/>
          <p:cNvSpPr txBox="1"/>
          <p:nvPr>
            <p:ph hasCustomPrompt="1" type="title"/>
          </p:nvPr>
        </p:nvSpPr>
        <p:spPr>
          <a:xfrm>
            <a:off x="826800" y="1538180"/>
            <a:ext cx="657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5" name="Google Shape;155;p44"/>
          <p:cNvSpPr txBox="1"/>
          <p:nvPr>
            <p:ph idx="1" type="subTitle"/>
          </p:nvPr>
        </p:nvSpPr>
        <p:spPr>
          <a:xfrm>
            <a:off x="826800" y="3108220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56" name="Google Shape;156;p44"/>
          <p:cNvGrpSpPr/>
          <p:nvPr/>
        </p:nvGrpSpPr>
        <p:grpSpPr>
          <a:xfrm>
            <a:off x="186660" y="203735"/>
            <a:ext cx="8579798" cy="2098052"/>
            <a:chOff x="-6171402" y="2789854"/>
            <a:chExt cx="4745201" cy="1160363"/>
          </a:xfrm>
        </p:grpSpPr>
        <p:sp>
          <p:nvSpPr>
            <p:cNvPr id="157" name="Google Shape;157;p44"/>
            <p:cNvSpPr/>
            <p:nvPr/>
          </p:nvSpPr>
          <p:spPr>
            <a:xfrm>
              <a:off x="-1507276" y="3872567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4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4"/>
            <p:cNvSpPr/>
            <p:nvPr/>
          </p:nvSpPr>
          <p:spPr>
            <a:xfrm>
              <a:off x="-6171402" y="3710242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44"/>
          <p:cNvSpPr/>
          <p:nvPr/>
        </p:nvSpPr>
        <p:spPr>
          <a:xfrm flipH="1" rot="-10799792">
            <a:off x="603107" y="-3083415"/>
            <a:ext cx="9695383" cy="5532044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45"/>
          <p:cNvGrpSpPr/>
          <p:nvPr/>
        </p:nvGrpSpPr>
        <p:grpSpPr>
          <a:xfrm>
            <a:off x="2656029" y="1466850"/>
            <a:ext cx="1860492" cy="3114600"/>
            <a:chOff x="2647950" y="1466850"/>
            <a:chExt cx="1860492" cy="3114600"/>
          </a:xfrm>
        </p:grpSpPr>
        <p:sp>
          <p:nvSpPr>
            <p:cNvPr id="163" name="Google Shape;163;p45"/>
            <p:cNvSpPr/>
            <p:nvPr/>
          </p:nvSpPr>
          <p:spPr>
            <a:xfrm rot="5400000">
              <a:off x="2027292" y="2100300"/>
              <a:ext cx="3114600" cy="1847700"/>
            </a:xfrm>
            <a:prstGeom prst="roundRect">
              <a:avLst>
                <a:gd fmla="val 5641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p45"/>
            <p:cNvCxnSpPr/>
            <p:nvPr/>
          </p:nvCxnSpPr>
          <p:spPr>
            <a:xfrm>
              <a:off x="2647950" y="2552700"/>
              <a:ext cx="184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5" name="Google Shape;165;p45"/>
          <p:cNvGrpSpPr/>
          <p:nvPr/>
        </p:nvGrpSpPr>
        <p:grpSpPr>
          <a:xfrm>
            <a:off x="4628338" y="1466850"/>
            <a:ext cx="1856158" cy="3114600"/>
            <a:chOff x="4619625" y="1466850"/>
            <a:chExt cx="1856158" cy="3114600"/>
          </a:xfrm>
        </p:grpSpPr>
        <p:sp>
          <p:nvSpPr>
            <p:cNvPr id="166" name="Google Shape;166;p45"/>
            <p:cNvSpPr/>
            <p:nvPr/>
          </p:nvSpPr>
          <p:spPr>
            <a:xfrm rot="5400000">
              <a:off x="3994633" y="2100300"/>
              <a:ext cx="3114600" cy="1847700"/>
            </a:xfrm>
            <a:prstGeom prst="roundRect">
              <a:avLst>
                <a:gd fmla="val 5641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" name="Google Shape;167;p45"/>
            <p:cNvCxnSpPr/>
            <p:nvPr/>
          </p:nvCxnSpPr>
          <p:spPr>
            <a:xfrm>
              <a:off x="4619625" y="2552700"/>
              <a:ext cx="184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8" name="Google Shape;168;p45"/>
          <p:cNvGrpSpPr/>
          <p:nvPr/>
        </p:nvGrpSpPr>
        <p:grpSpPr>
          <a:xfrm>
            <a:off x="6596313" y="1466850"/>
            <a:ext cx="1853400" cy="3114600"/>
            <a:chOff x="6595425" y="1466850"/>
            <a:chExt cx="1853400" cy="3114600"/>
          </a:xfrm>
        </p:grpSpPr>
        <p:sp>
          <p:nvSpPr>
            <p:cNvPr id="169" name="Google Shape;169;p45"/>
            <p:cNvSpPr/>
            <p:nvPr/>
          </p:nvSpPr>
          <p:spPr>
            <a:xfrm rot="5400000">
              <a:off x="5961975" y="2100300"/>
              <a:ext cx="3114600" cy="1847700"/>
            </a:xfrm>
            <a:prstGeom prst="roundRect">
              <a:avLst>
                <a:gd fmla="val 5641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0" name="Google Shape;170;p45"/>
            <p:cNvCxnSpPr/>
            <p:nvPr/>
          </p:nvCxnSpPr>
          <p:spPr>
            <a:xfrm>
              <a:off x="6600825" y="2552700"/>
              <a:ext cx="184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" name="Google Shape;171;p45"/>
          <p:cNvGrpSpPr/>
          <p:nvPr/>
        </p:nvGrpSpPr>
        <p:grpSpPr>
          <a:xfrm>
            <a:off x="694288" y="1466850"/>
            <a:ext cx="1849925" cy="3114600"/>
            <a:chOff x="693400" y="1466850"/>
            <a:chExt cx="1849925" cy="3114600"/>
          </a:xfrm>
        </p:grpSpPr>
        <p:sp>
          <p:nvSpPr>
            <p:cNvPr id="172" name="Google Shape;172;p45"/>
            <p:cNvSpPr/>
            <p:nvPr/>
          </p:nvSpPr>
          <p:spPr>
            <a:xfrm rot="5400000">
              <a:off x="59950" y="2100300"/>
              <a:ext cx="3114600" cy="1847700"/>
            </a:xfrm>
            <a:prstGeom prst="roundRect">
              <a:avLst>
                <a:gd fmla="val 5641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" name="Google Shape;173;p45"/>
            <p:cNvCxnSpPr/>
            <p:nvPr/>
          </p:nvCxnSpPr>
          <p:spPr>
            <a:xfrm>
              <a:off x="695325" y="2552700"/>
              <a:ext cx="184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4" name="Google Shape;174;p45"/>
          <p:cNvSpPr/>
          <p:nvPr/>
        </p:nvSpPr>
        <p:spPr>
          <a:xfrm flipH="1">
            <a:off x="6318944" y="-1189037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5"/>
          <p:cNvSpPr/>
          <p:nvPr/>
        </p:nvSpPr>
        <p:spPr>
          <a:xfrm>
            <a:off x="-766606" y="-1040612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45"/>
          <p:cNvGrpSpPr/>
          <p:nvPr/>
        </p:nvGrpSpPr>
        <p:grpSpPr>
          <a:xfrm>
            <a:off x="234285" y="165793"/>
            <a:ext cx="8725833" cy="4714020"/>
            <a:chOff x="-6145063" y="2768870"/>
            <a:chExt cx="4825968" cy="2607168"/>
          </a:xfrm>
        </p:grpSpPr>
        <p:sp>
          <p:nvSpPr>
            <p:cNvPr id="177" name="Google Shape;177;p45"/>
            <p:cNvSpPr/>
            <p:nvPr/>
          </p:nvSpPr>
          <p:spPr>
            <a:xfrm>
              <a:off x="-2518725" y="2818975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5"/>
            <p:cNvSpPr/>
            <p:nvPr/>
          </p:nvSpPr>
          <p:spPr>
            <a:xfrm>
              <a:off x="-5934232" y="5320337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5"/>
            <p:cNvSpPr/>
            <p:nvPr/>
          </p:nvSpPr>
          <p:spPr>
            <a:xfrm>
              <a:off x="-1400020" y="3742795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5"/>
            <p:cNvSpPr/>
            <p:nvPr/>
          </p:nvSpPr>
          <p:spPr>
            <a:xfrm>
              <a:off x="-2699063" y="5252754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5"/>
            <p:cNvSpPr/>
            <p:nvPr/>
          </p:nvSpPr>
          <p:spPr>
            <a:xfrm>
              <a:off x="-1608156" y="5299063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5"/>
            <p:cNvSpPr/>
            <p:nvPr/>
          </p:nvSpPr>
          <p:spPr>
            <a:xfrm>
              <a:off x="-6145063" y="3400400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5"/>
            <p:cNvSpPr/>
            <p:nvPr/>
          </p:nvSpPr>
          <p:spPr>
            <a:xfrm>
              <a:off x="-4675299" y="2768870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45"/>
          <p:cNvSpPr txBox="1"/>
          <p:nvPr>
            <p:ph type="title"/>
          </p:nvPr>
        </p:nvSpPr>
        <p:spPr>
          <a:xfrm flipH="1">
            <a:off x="704209" y="1615300"/>
            <a:ext cx="1826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5" name="Google Shape;185;p45"/>
          <p:cNvSpPr txBox="1"/>
          <p:nvPr>
            <p:ph idx="1" type="subTitle"/>
          </p:nvPr>
        </p:nvSpPr>
        <p:spPr>
          <a:xfrm>
            <a:off x="704209" y="3649290"/>
            <a:ext cx="1826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45"/>
          <p:cNvSpPr txBox="1"/>
          <p:nvPr>
            <p:ph idx="2" type="subTitle"/>
          </p:nvPr>
        </p:nvSpPr>
        <p:spPr>
          <a:xfrm>
            <a:off x="704209" y="2774850"/>
            <a:ext cx="1826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b="1" sz="2400">
                <a:latin typeface="Spinnaker"/>
                <a:ea typeface="Spinnaker"/>
                <a:cs typeface="Spinnaker"/>
                <a:sym typeface="Spinnak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9pPr>
          </a:lstStyle>
          <a:p/>
        </p:txBody>
      </p:sp>
      <p:sp>
        <p:nvSpPr>
          <p:cNvPr id="187" name="Google Shape;187;p45"/>
          <p:cNvSpPr txBox="1"/>
          <p:nvPr>
            <p:ph idx="3" type="title"/>
          </p:nvPr>
        </p:nvSpPr>
        <p:spPr>
          <a:xfrm flipH="1">
            <a:off x="2671551" y="1615300"/>
            <a:ext cx="1826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6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8" name="Google Shape;188;p45"/>
          <p:cNvSpPr txBox="1"/>
          <p:nvPr>
            <p:ph idx="4" type="subTitle"/>
          </p:nvPr>
        </p:nvSpPr>
        <p:spPr>
          <a:xfrm>
            <a:off x="2671551" y="3649290"/>
            <a:ext cx="1826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45"/>
          <p:cNvSpPr txBox="1"/>
          <p:nvPr>
            <p:ph idx="5" type="subTitle"/>
          </p:nvPr>
        </p:nvSpPr>
        <p:spPr>
          <a:xfrm>
            <a:off x="2671551" y="2774850"/>
            <a:ext cx="1826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b="1" sz="2400">
                <a:latin typeface="Spinnaker"/>
                <a:ea typeface="Spinnaker"/>
                <a:cs typeface="Spinnaker"/>
                <a:sym typeface="Spinnak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9pPr>
          </a:lstStyle>
          <a:p/>
        </p:txBody>
      </p:sp>
      <p:sp>
        <p:nvSpPr>
          <p:cNvPr id="190" name="Google Shape;190;p45"/>
          <p:cNvSpPr txBox="1"/>
          <p:nvPr>
            <p:ph idx="6" type="title"/>
          </p:nvPr>
        </p:nvSpPr>
        <p:spPr>
          <a:xfrm flipH="1">
            <a:off x="4638893" y="1615300"/>
            <a:ext cx="1826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1" name="Google Shape;191;p45"/>
          <p:cNvSpPr txBox="1"/>
          <p:nvPr>
            <p:ph idx="7" type="subTitle"/>
          </p:nvPr>
        </p:nvSpPr>
        <p:spPr>
          <a:xfrm>
            <a:off x="4638893" y="3649290"/>
            <a:ext cx="1826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45"/>
          <p:cNvSpPr txBox="1"/>
          <p:nvPr>
            <p:ph idx="8" type="subTitle"/>
          </p:nvPr>
        </p:nvSpPr>
        <p:spPr>
          <a:xfrm>
            <a:off x="4638893" y="2774850"/>
            <a:ext cx="1826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b="1" sz="2400">
                <a:latin typeface="Spinnaker"/>
                <a:ea typeface="Spinnaker"/>
                <a:cs typeface="Spinnaker"/>
                <a:sym typeface="Spinnak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9pPr>
          </a:lstStyle>
          <a:p/>
        </p:txBody>
      </p:sp>
      <p:sp>
        <p:nvSpPr>
          <p:cNvPr id="193" name="Google Shape;193;p45"/>
          <p:cNvSpPr txBox="1"/>
          <p:nvPr>
            <p:ph idx="9" type="title"/>
          </p:nvPr>
        </p:nvSpPr>
        <p:spPr>
          <a:xfrm flipH="1">
            <a:off x="6606234" y="1615300"/>
            <a:ext cx="1826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6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4" name="Google Shape;194;p45"/>
          <p:cNvSpPr txBox="1"/>
          <p:nvPr>
            <p:ph idx="13" type="subTitle"/>
          </p:nvPr>
        </p:nvSpPr>
        <p:spPr>
          <a:xfrm>
            <a:off x="6606234" y="3649290"/>
            <a:ext cx="1826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45"/>
          <p:cNvSpPr txBox="1"/>
          <p:nvPr>
            <p:ph idx="14" type="subTitle"/>
          </p:nvPr>
        </p:nvSpPr>
        <p:spPr>
          <a:xfrm>
            <a:off x="6606234" y="2774850"/>
            <a:ext cx="1826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b="1" sz="2400">
                <a:latin typeface="Spinnaker"/>
                <a:ea typeface="Spinnaker"/>
                <a:cs typeface="Spinnaker"/>
                <a:sym typeface="Spinnak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oHo SemiBold"/>
              <a:buNone/>
              <a:defRPr sz="2000">
                <a:solidFill>
                  <a:schemeClr val="dk1"/>
                </a:solidFill>
                <a:latin typeface="KoHo SemiBold"/>
                <a:ea typeface="KoHo SemiBold"/>
                <a:cs typeface="KoHo SemiBold"/>
                <a:sym typeface="KoHo SemiBold"/>
              </a:defRPr>
            </a:lvl9pPr>
          </a:lstStyle>
          <a:p/>
        </p:txBody>
      </p:sp>
      <p:sp>
        <p:nvSpPr>
          <p:cNvPr id="196" name="Google Shape;196;p45"/>
          <p:cNvSpPr txBox="1"/>
          <p:nvPr>
            <p:ph idx="15"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6"/>
          <p:cNvSpPr txBox="1"/>
          <p:nvPr>
            <p:ph type="title"/>
          </p:nvPr>
        </p:nvSpPr>
        <p:spPr>
          <a:xfrm>
            <a:off x="2223600" y="683385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9" name="Google Shape;199;p46"/>
          <p:cNvSpPr txBox="1"/>
          <p:nvPr>
            <p:ph idx="1" type="subTitle"/>
          </p:nvPr>
        </p:nvSpPr>
        <p:spPr>
          <a:xfrm>
            <a:off x="2223600" y="1452285"/>
            <a:ext cx="4696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0" name="Google Shape;200;p46"/>
          <p:cNvSpPr txBox="1"/>
          <p:nvPr>
            <p:ph idx="2" type="title"/>
          </p:nvPr>
        </p:nvSpPr>
        <p:spPr>
          <a:xfrm>
            <a:off x="2223600" y="1981091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01" name="Google Shape;201;p46"/>
          <p:cNvSpPr txBox="1"/>
          <p:nvPr>
            <p:ph idx="3" type="subTitle"/>
          </p:nvPr>
        </p:nvSpPr>
        <p:spPr>
          <a:xfrm>
            <a:off x="2223600" y="2749500"/>
            <a:ext cx="4696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4" type="title"/>
          </p:nvPr>
        </p:nvSpPr>
        <p:spPr>
          <a:xfrm>
            <a:off x="2223600" y="3278797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03" name="Google Shape;203;p46"/>
          <p:cNvSpPr txBox="1"/>
          <p:nvPr>
            <p:ph idx="5" type="subTitle"/>
          </p:nvPr>
        </p:nvSpPr>
        <p:spPr>
          <a:xfrm>
            <a:off x="2223600" y="4046715"/>
            <a:ext cx="4696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04" name="Google Shape;204;p46"/>
          <p:cNvGrpSpPr/>
          <p:nvPr/>
        </p:nvGrpSpPr>
        <p:grpSpPr>
          <a:xfrm rot="10800000">
            <a:off x="1976171" y="232176"/>
            <a:ext cx="5298983" cy="166622"/>
            <a:chOff x="-4266347" y="5318476"/>
            <a:chExt cx="2930692" cy="92153"/>
          </a:xfrm>
        </p:grpSpPr>
        <p:sp>
          <p:nvSpPr>
            <p:cNvPr id="205" name="Google Shape;205;p46"/>
            <p:cNvSpPr/>
            <p:nvPr/>
          </p:nvSpPr>
          <p:spPr>
            <a:xfrm>
              <a:off x="-1389705" y="5364329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6"/>
            <p:cNvSpPr/>
            <p:nvPr/>
          </p:nvSpPr>
          <p:spPr>
            <a:xfrm>
              <a:off x="-4266347" y="5318476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46"/>
          <p:cNvSpPr/>
          <p:nvPr/>
        </p:nvSpPr>
        <p:spPr>
          <a:xfrm flipH="1" rot="-6873750">
            <a:off x="3665817" y="639399"/>
            <a:ext cx="9695731" cy="5531992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6"/>
          <p:cNvSpPr/>
          <p:nvPr/>
        </p:nvSpPr>
        <p:spPr>
          <a:xfrm flipH="1" rot="4956612">
            <a:off x="-4383980" y="180762"/>
            <a:ext cx="9695705" cy="5531958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7"/>
          <p:cNvSpPr txBox="1"/>
          <p:nvPr>
            <p:ph type="title"/>
          </p:nvPr>
        </p:nvSpPr>
        <p:spPr>
          <a:xfrm flipH="1">
            <a:off x="6906268" y="1359565"/>
            <a:ext cx="1361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4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9pPr>
          </a:lstStyle>
          <a:p/>
        </p:txBody>
      </p:sp>
      <p:sp>
        <p:nvSpPr>
          <p:cNvPr id="211" name="Google Shape;211;p47"/>
          <p:cNvSpPr txBox="1"/>
          <p:nvPr>
            <p:ph idx="2" type="title"/>
          </p:nvPr>
        </p:nvSpPr>
        <p:spPr>
          <a:xfrm flipH="1">
            <a:off x="6906268" y="2507451"/>
            <a:ext cx="1361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4000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idx="3" type="title"/>
          </p:nvPr>
        </p:nvSpPr>
        <p:spPr>
          <a:xfrm flipH="1">
            <a:off x="4389193" y="1359600"/>
            <a:ext cx="2385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" name="Google Shape;213;p47"/>
          <p:cNvSpPr txBox="1"/>
          <p:nvPr>
            <p:ph idx="1" type="subTitle"/>
          </p:nvPr>
        </p:nvSpPr>
        <p:spPr>
          <a:xfrm flipH="1">
            <a:off x="4389193" y="1796365"/>
            <a:ext cx="238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14" name="Google Shape;214;p47"/>
          <p:cNvSpPr txBox="1"/>
          <p:nvPr>
            <p:ph idx="4" type="title"/>
          </p:nvPr>
        </p:nvSpPr>
        <p:spPr>
          <a:xfrm flipH="1">
            <a:off x="4389193" y="2507742"/>
            <a:ext cx="2385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47"/>
          <p:cNvSpPr txBox="1"/>
          <p:nvPr>
            <p:ph idx="5" type="subTitle"/>
          </p:nvPr>
        </p:nvSpPr>
        <p:spPr>
          <a:xfrm flipH="1">
            <a:off x="4389193" y="2944251"/>
            <a:ext cx="238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16" name="Google Shape;216;p47"/>
          <p:cNvSpPr txBox="1"/>
          <p:nvPr>
            <p:ph idx="6" type="title"/>
          </p:nvPr>
        </p:nvSpPr>
        <p:spPr>
          <a:xfrm flipH="1">
            <a:off x="6906268" y="3655875"/>
            <a:ext cx="1361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40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oHo SemiBold"/>
              <a:buNone/>
              <a:defRPr sz="3000">
                <a:latin typeface="KoHo SemiBold"/>
                <a:ea typeface="KoHo SemiBold"/>
                <a:cs typeface="KoHo SemiBold"/>
                <a:sym typeface="KoHo SemiBold"/>
              </a:defRPr>
            </a:lvl9pPr>
          </a:lstStyle>
          <a:p/>
        </p:txBody>
      </p:sp>
      <p:sp>
        <p:nvSpPr>
          <p:cNvPr id="217" name="Google Shape;217;p47"/>
          <p:cNvSpPr txBox="1"/>
          <p:nvPr>
            <p:ph idx="7" type="title"/>
          </p:nvPr>
        </p:nvSpPr>
        <p:spPr>
          <a:xfrm flipH="1">
            <a:off x="4389193" y="3655885"/>
            <a:ext cx="2385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" name="Google Shape;218;p47"/>
          <p:cNvSpPr txBox="1"/>
          <p:nvPr>
            <p:ph idx="8" type="subTitle"/>
          </p:nvPr>
        </p:nvSpPr>
        <p:spPr>
          <a:xfrm flipH="1">
            <a:off x="4389193" y="4092675"/>
            <a:ext cx="238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19" name="Google Shape;219;p47"/>
          <p:cNvSpPr txBox="1"/>
          <p:nvPr>
            <p:ph idx="9"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7"/>
          <p:cNvSpPr/>
          <p:nvPr/>
        </p:nvSpPr>
        <p:spPr>
          <a:xfrm rot="5400000">
            <a:off x="7471044" y="74262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7"/>
          <p:cNvSpPr/>
          <p:nvPr/>
        </p:nvSpPr>
        <p:spPr>
          <a:xfrm flipH="1" rot="10800000">
            <a:off x="-191219" y="4051575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47"/>
          <p:cNvGrpSpPr/>
          <p:nvPr/>
        </p:nvGrpSpPr>
        <p:grpSpPr>
          <a:xfrm>
            <a:off x="240290" y="345797"/>
            <a:ext cx="8693735" cy="4625000"/>
            <a:chOff x="240290" y="345797"/>
            <a:chExt cx="8693735" cy="4625000"/>
          </a:xfrm>
        </p:grpSpPr>
        <p:grpSp>
          <p:nvGrpSpPr>
            <p:cNvPr id="223" name="Google Shape;223;p47"/>
            <p:cNvGrpSpPr/>
            <p:nvPr/>
          </p:nvGrpSpPr>
          <p:grpSpPr>
            <a:xfrm flipH="1" rot="10800000">
              <a:off x="240290" y="345797"/>
              <a:ext cx="8693735" cy="4625000"/>
              <a:chOff x="240290" y="203735"/>
              <a:chExt cx="8693735" cy="4625000"/>
            </a:xfrm>
          </p:grpSpPr>
          <p:grpSp>
            <p:nvGrpSpPr>
              <p:cNvPr id="224" name="Google Shape;224;p47"/>
              <p:cNvGrpSpPr/>
              <p:nvPr/>
            </p:nvGrpSpPr>
            <p:grpSpPr>
              <a:xfrm>
                <a:off x="3631190" y="203735"/>
                <a:ext cx="5302835" cy="4625000"/>
                <a:chOff x="-4266347" y="2789854"/>
                <a:chExt cx="2932822" cy="2557934"/>
              </a:xfrm>
            </p:grpSpPr>
            <p:sp>
              <p:nvSpPr>
                <p:cNvPr id="225" name="Google Shape;225;p47"/>
                <p:cNvSpPr/>
                <p:nvPr/>
              </p:nvSpPr>
              <p:spPr>
                <a:xfrm>
                  <a:off x="-1502105" y="2873798"/>
                  <a:ext cx="81075" cy="77650"/>
                </a:xfrm>
                <a:custGeom>
                  <a:rect b="b" l="l" r="r" t="t"/>
                  <a:pathLst>
                    <a:path extrusionOk="0" h="3106" w="3243">
                      <a:moveTo>
                        <a:pt x="1618" y="0"/>
                      </a:moveTo>
                      <a:cubicBezTo>
                        <a:pt x="1488" y="0"/>
                        <a:pt x="1359" y="87"/>
                        <a:pt x="1370" y="261"/>
                      </a:cubicBezTo>
                      <a:lnTo>
                        <a:pt x="1370" y="1305"/>
                      </a:lnTo>
                      <a:lnTo>
                        <a:pt x="326" y="1305"/>
                      </a:lnTo>
                      <a:cubicBezTo>
                        <a:pt x="0" y="1305"/>
                        <a:pt x="0" y="1801"/>
                        <a:pt x="326" y="1801"/>
                      </a:cubicBezTo>
                      <a:lnTo>
                        <a:pt x="1370" y="1801"/>
                      </a:lnTo>
                      <a:lnTo>
                        <a:pt x="1370" y="2845"/>
                      </a:lnTo>
                      <a:cubicBezTo>
                        <a:pt x="1359" y="3019"/>
                        <a:pt x="1488" y="3106"/>
                        <a:pt x="1618" y="3106"/>
                      </a:cubicBezTo>
                      <a:cubicBezTo>
                        <a:pt x="1748" y="3106"/>
                        <a:pt x="1877" y="3019"/>
                        <a:pt x="1866" y="2845"/>
                      </a:cubicBezTo>
                      <a:lnTo>
                        <a:pt x="1866" y="1801"/>
                      </a:lnTo>
                      <a:lnTo>
                        <a:pt x="2910" y="1801"/>
                      </a:lnTo>
                      <a:cubicBezTo>
                        <a:pt x="3243" y="1801"/>
                        <a:pt x="3243" y="1305"/>
                        <a:pt x="2910" y="1305"/>
                      </a:cubicBezTo>
                      <a:lnTo>
                        <a:pt x="1866" y="1305"/>
                      </a:lnTo>
                      <a:lnTo>
                        <a:pt x="1866" y="261"/>
                      </a:lnTo>
                      <a:cubicBezTo>
                        <a:pt x="1877" y="87"/>
                        <a:pt x="1748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" name="Google Shape;226;p47"/>
                <p:cNvSpPr/>
                <p:nvPr/>
              </p:nvSpPr>
              <p:spPr>
                <a:xfrm>
                  <a:off x="-2227090" y="5270013"/>
                  <a:ext cx="80925" cy="77775"/>
                </a:xfrm>
                <a:custGeom>
                  <a:rect b="b" l="l" r="r" t="t"/>
                  <a:pathLst>
                    <a:path extrusionOk="0" h="3111" w="3237">
                      <a:moveTo>
                        <a:pt x="1638" y="1"/>
                      </a:moveTo>
                      <a:cubicBezTo>
                        <a:pt x="1509" y="1"/>
                        <a:pt x="1382" y="90"/>
                        <a:pt x="1393" y="267"/>
                      </a:cubicBezTo>
                      <a:lnTo>
                        <a:pt x="1393" y="1311"/>
                      </a:lnTo>
                      <a:lnTo>
                        <a:pt x="349" y="1311"/>
                      </a:lnTo>
                      <a:cubicBezTo>
                        <a:pt x="342" y="1311"/>
                        <a:pt x="334" y="1310"/>
                        <a:pt x="327" y="1310"/>
                      </a:cubicBezTo>
                      <a:cubicBezTo>
                        <a:pt x="1" y="1310"/>
                        <a:pt x="1" y="1800"/>
                        <a:pt x="327" y="1800"/>
                      </a:cubicBezTo>
                      <a:cubicBezTo>
                        <a:pt x="334" y="1800"/>
                        <a:pt x="342" y="1800"/>
                        <a:pt x="349" y="1800"/>
                      </a:cubicBezTo>
                      <a:lnTo>
                        <a:pt x="1393" y="1800"/>
                      </a:lnTo>
                      <a:lnTo>
                        <a:pt x="1393" y="2844"/>
                      </a:lnTo>
                      <a:cubicBezTo>
                        <a:pt x="1382" y="3021"/>
                        <a:pt x="1509" y="3110"/>
                        <a:pt x="1638" y="3110"/>
                      </a:cubicBezTo>
                      <a:cubicBezTo>
                        <a:pt x="1767" y="3110"/>
                        <a:pt x="1896" y="3021"/>
                        <a:pt x="1889" y="2844"/>
                      </a:cubicBezTo>
                      <a:lnTo>
                        <a:pt x="1889" y="1800"/>
                      </a:lnTo>
                      <a:lnTo>
                        <a:pt x="2925" y="1800"/>
                      </a:lnTo>
                      <a:cubicBezTo>
                        <a:pt x="3236" y="1785"/>
                        <a:pt x="3236" y="1326"/>
                        <a:pt x="2925" y="1311"/>
                      </a:cubicBezTo>
                      <a:lnTo>
                        <a:pt x="1889" y="1311"/>
                      </a:lnTo>
                      <a:lnTo>
                        <a:pt x="1889" y="267"/>
                      </a:lnTo>
                      <a:cubicBezTo>
                        <a:pt x="1896" y="90"/>
                        <a:pt x="1767" y="1"/>
                        <a:pt x="16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" name="Google Shape;227;p47"/>
                <p:cNvSpPr/>
                <p:nvPr/>
              </p:nvSpPr>
              <p:spPr>
                <a:xfrm>
                  <a:off x="-1387575" y="3731268"/>
                  <a:ext cx="54050" cy="46300"/>
                </a:xfrm>
                <a:custGeom>
                  <a:rect b="b" l="l" r="r" t="t"/>
                  <a:pathLst>
                    <a:path extrusionOk="0" h="1852" w="2162">
                      <a:moveTo>
                        <a:pt x="1237" y="497"/>
                      </a:moveTo>
                      <a:cubicBezTo>
                        <a:pt x="1474" y="497"/>
                        <a:pt x="1666" y="689"/>
                        <a:pt x="1666" y="926"/>
                      </a:cubicBezTo>
                      <a:cubicBezTo>
                        <a:pt x="1666" y="1186"/>
                        <a:pt x="1453" y="1358"/>
                        <a:pt x="1233" y="1358"/>
                      </a:cubicBezTo>
                      <a:cubicBezTo>
                        <a:pt x="1127" y="1358"/>
                        <a:pt x="1020" y="1318"/>
                        <a:pt x="933" y="1229"/>
                      </a:cubicBezTo>
                      <a:cubicBezTo>
                        <a:pt x="659" y="963"/>
                        <a:pt x="852" y="497"/>
                        <a:pt x="1237" y="497"/>
                      </a:cubicBezTo>
                      <a:close/>
                      <a:moveTo>
                        <a:pt x="1228" y="1"/>
                      </a:moveTo>
                      <a:cubicBezTo>
                        <a:pt x="1000" y="1"/>
                        <a:pt x="767" y="85"/>
                        <a:pt x="578" y="274"/>
                      </a:cubicBezTo>
                      <a:cubicBezTo>
                        <a:pt x="0" y="852"/>
                        <a:pt x="407" y="1851"/>
                        <a:pt x="1237" y="1851"/>
                      </a:cubicBezTo>
                      <a:cubicBezTo>
                        <a:pt x="1747" y="1851"/>
                        <a:pt x="2162" y="1437"/>
                        <a:pt x="2162" y="926"/>
                      </a:cubicBezTo>
                      <a:cubicBezTo>
                        <a:pt x="2162" y="370"/>
                        <a:pt x="1705" y="1"/>
                        <a:pt x="122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47"/>
                <p:cNvSpPr/>
                <p:nvPr/>
              </p:nvSpPr>
              <p:spPr>
                <a:xfrm>
                  <a:off x="-4266347" y="2789854"/>
                  <a:ext cx="80900" cy="76975"/>
                </a:xfrm>
                <a:custGeom>
                  <a:rect b="b" l="l" r="r" t="t"/>
                  <a:pathLst>
                    <a:path extrusionOk="0" h="3079" w="3236">
                      <a:moveTo>
                        <a:pt x="1637" y="1"/>
                      </a:moveTo>
                      <a:cubicBezTo>
                        <a:pt x="1515" y="1"/>
                        <a:pt x="1392" y="82"/>
                        <a:pt x="1392" y="245"/>
                      </a:cubicBezTo>
                      <a:lnTo>
                        <a:pt x="1392" y="1296"/>
                      </a:lnTo>
                      <a:lnTo>
                        <a:pt x="349" y="1296"/>
                      </a:lnTo>
                      <a:cubicBezTo>
                        <a:pt x="341" y="1296"/>
                        <a:pt x="334" y="1296"/>
                        <a:pt x="327" y="1296"/>
                      </a:cubicBezTo>
                      <a:cubicBezTo>
                        <a:pt x="0" y="1296"/>
                        <a:pt x="0" y="1786"/>
                        <a:pt x="327" y="1786"/>
                      </a:cubicBezTo>
                      <a:cubicBezTo>
                        <a:pt x="334" y="1786"/>
                        <a:pt x="341" y="1785"/>
                        <a:pt x="349" y="1785"/>
                      </a:cubicBezTo>
                      <a:lnTo>
                        <a:pt x="1392" y="1785"/>
                      </a:lnTo>
                      <a:lnTo>
                        <a:pt x="1392" y="2829"/>
                      </a:lnTo>
                      <a:cubicBezTo>
                        <a:pt x="1392" y="2995"/>
                        <a:pt x="1515" y="3079"/>
                        <a:pt x="1637" y="3079"/>
                      </a:cubicBezTo>
                      <a:cubicBezTo>
                        <a:pt x="1759" y="3079"/>
                        <a:pt x="1881" y="2995"/>
                        <a:pt x="1881" y="2829"/>
                      </a:cubicBezTo>
                      <a:lnTo>
                        <a:pt x="1881" y="1785"/>
                      </a:lnTo>
                      <a:lnTo>
                        <a:pt x="2925" y="1785"/>
                      </a:lnTo>
                      <a:cubicBezTo>
                        <a:pt x="3236" y="1763"/>
                        <a:pt x="3236" y="1311"/>
                        <a:pt x="2925" y="1289"/>
                      </a:cubicBezTo>
                      <a:lnTo>
                        <a:pt x="2925" y="1296"/>
                      </a:lnTo>
                      <a:lnTo>
                        <a:pt x="1881" y="1296"/>
                      </a:lnTo>
                      <a:lnTo>
                        <a:pt x="1881" y="245"/>
                      </a:lnTo>
                      <a:cubicBezTo>
                        <a:pt x="1881" y="82"/>
                        <a:pt x="1759" y="1"/>
                        <a:pt x="16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47"/>
                <p:cNvSpPr/>
                <p:nvPr/>
              </p:nvSpPr>
              <p:spPr>
                <a:xfrm>
                  <a:off x="-3031695" y="2889425"/>
                  <a:ext cx="54250" cy="46400"/>
                </a:xfrm>
                <a:custGeom>
                  <a:rect b="b" l="l" r="r" t="t"/>
                  <a:pathLst>
                    <a:path extrusionOk="0" h="1856" w="2170">
                      <a:moveTo>
                        <a:pt x="1244" y="493"/>
                      </a:moveTo>
                      <a:cubicBezTo>
                        <a:pt x="1481" y="493"/>
                        <a:pt x="1673" y="686"/>
                        <a:pt x="1673" y="930"/>
                      </a:cubicBezTo>
                      <a:cubicBezTo>
                        <a:pt x="1673" y="1190"/>
                        <a:pt x="1461" y="1362"/>
                        <a:pt x="1238" y="1362"/>
                      </a:cubicBezTo>
                      <a:cubicBezTo>
                        <a:pt x="1131" y="1362"/>
                        <a:pt x="1022" y="1322"/>
                        <a:pt x="933" y="1233"/>
                      </a:cubicBezTo>
                      <a:cubicBezTo>
                        <a:pt x="659" y="960"/>
                        <a:pt x="852" y="493"/>
                        <a:pt x="1244" y="493"/>
                      </a:cubicBezTo>
                      <a:close/>
                      <a:moveTo>
                        <a:pt x="1234" y="1"/>
                      </a:moveTo>
                      <a:cubicBezTo>
                        <a:pt x="1006" y="1"/>
                        <a:pt x="774" y="84"/>
                        <a:pt x="585" y="271"/>
                      </a:cubicBezTo>
                      <a:cubicBezTo>
                        <a:pt x="0" y="856"/>
                        <a:pt x="415" y="1855"/>
                        <a:pt x="1244" y="1855"/>
                      </a:cubicBezTo>
                      <a:cubicBezTo>
                        <a:pt x="1755" y="1855"/>
                        <a:pt x="2169" y="1441"/>
                        <a:pt x="2169" y="930"/>
                      </a:cubicBezTo>
                      <a:cubicBezTo>
                        <a:pt x="2169" y="369"/>
                        <a:pt x="1711" y="1"/>
                        <a:pt x="12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30" name="Google Shape;230;p47"/>
              <p:cNvSpPr/>
              <p:nvPr/>
            </p:nvSpPr>
            <p:spPr>
              <a:xfrm>
                <a:off x="240290" y="3352160"/>
                <a:ext cx="146275" cy="139178"/>
              </a:xfrm>
              <a:custGeom>
                <a:rect b="b" l="l" r="r" t="t"/>
                <a:pathLst>
                  <a:path extrusionOk="0" h="3079" w="3236">
                    <a:moveTo>
                      <a:pt x="1637" y="1"/>
                    </a:moveTo>
                    <a:cubicBezTo>
                      <a:pt x="1515" y="1"/>
                      <a:pt x="1392" y="82"/>
                      <a:pt x="1392" y="245"/>
                    </a:cubicBezTo>
                    <a:lnTo>
                      <a:pt x="1392" y="1296"/>
                    </a:lnTo>
                    <a:lnTo>
                      <a:pt x="349" y="1296"/>
                    </a:lnTo>
                    <a:cubicBezTo>
                      <a:pt x="341" y="1296"/>
                      <a:pt x="334" y="1296"/>
                      <a:pt x="327" y="1296"/>
                    </a:cubicBezTo>
                    <a:cubicBezTo>
                      <a:pt x="0" y="1296"/>
                      <a:pt x="0" y="1786"/>
                      <a:pt x="327" y="1786"/>
                    </a:cubicBezTo>
                    <a:cubicBezTo>
                      <a:pt x="334" y="1786"/>
                      <a:pt x="341" y="1785"/>
                      <a:pt x="349" y="1785"/>
                    </a:cubicBezTo>
                    <a:lnTo>
                      <a:pt x="1392" y="1785"/>
                    </a:lnTo>
                    <a:lnTo>
                      <a:pt x="1392" y="2829"/>
                    </a:lnTo>
                    <a:cubicBezTo>
                      <a:pt x="1392" y="2995"/>
                      <a:pt x="1515" y="3079"/>
                      <a:pt x="1637" y="3079"/>
                    </a:cubicBezTo>
                    <a:cubicBezTo>
                      <a:pt x="1759" y="3079"/>
                      <a:pt x="1881" y="2995"/>
                      <a:pt x="1881" y="2829"/>
                    </a:cubicBezTo>
                    <a:lnTo>
                      <a:pt x="1881" y="1785"/>
                    </a:lnTo>
                    <a:lnTo>
                      <a:pt x="2925" y="1785"/>
                    </a:lnTo>
                    <a:cubicBezTo>
                      <a:pt x="3236" y="1763"/>
                      <a:pt x="3236" y="1311"/>
                      <a:pt x="2925" y="1289"/>
                    </a:cubicBezTo>
                    <a:lnTo>
                      <a:pt x="2925" y="1296"/>
                    </a:lnTo>
                    <a:lnTo>
                      <a:pt x="1881" y="1296"/>
                    </a:lnTo>
                    <a:lnTo>
                      <a:pt x="1881" y="245"/>
                    </a:lnTo>
                    <a:cubicBezTo>
                      <a:pt x="1881" y="82"/>
                      <a:pt x="1759" y="1"/>
                      <a:pt x="16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" name="Google Shape;231;p47"/>
            <p:cNvSpPr/>
            <p:nvPr/>
          </p:nvSpPr>
          <p:spPr>
            <a:xfrm flipH="1" rot="10800000">
              <a:off x="377165" y="3868668"/>
              <a:ext cx="98089" cy="83896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8"/>
          <p:cNvSpPr txBox="1"/>
          <p:nvPr>
            <p:ph type="title"/>
          </p:nvPr>
        </p:nvSpPr>
        <p:spPr>
          <a:xfrm>
            <a:off x="4090800" y="3405088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4" name="Google Shape;234;p48"/>
          <p:cNvSpPr txBox="1"/>
          <p:nvPr>
            <p:ph idx="1" type="subTitle"/>
          </p:nvPr>
        </p:nvSpPr>
        <p:spPr>
          <a:xfrm>
            <a:off x="3067050" y="1206525"/>
            <a:ext cx="53838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35" name="Google Shape;235;p48"/>
          <p:cNvGrpSpPr/>
          <p:nvPr/>
        </p:nvGrpSpPr>
        <p:grpSpPr>
          <a:xfrm rot="10800000">
            <a:off x="279351" y="259619"/>
            <a:ext cx="8690406" cy="4531145"/>
            <a:chOff x="1936588" y="383768"/>
            <a:chExt cx="8690406" cy="4531145"/>
          </a:xfrm>
        </p:grpSpPr>
        <p:grpSp>
          <p:nvGrpSpPr>
            <p:cNvPr id="236" name="Google Shape;236;p48"/>
            <p:cNvGrpSpPr/>
            <p:nvPr/>
          </p:nvGrpSpPr>
          <p:grpSpPr>
            <a:xfrm>
              <a:off x="1936588" y="383768"/>
              <a:ext cx="8690406" cy="4531145"/>
              <a:chOff x="-5203576" y="2889425"/>
              <a:chExt cx="4806374" cy="2506026"/>
            </a:xfrm>
          </p:grpSpPr>
          <p:sp>
            <p:nvSpPr>
              <p:cNvPr id="237" name="Google Shape;237;p48"/>
              <p:cNvSpPr/>
              <p:nvPr/>
            </p:nvSpPr>
            <p:spPr>
              <a:xfrm>
                <a:off x="-5154752" y="5015563"/>
                <a:ext cx="81075" cy="77650"/>
              </a:xfrm>
              <a:custGeom>
                <a:rect b="b" l="l" r="r" t="t"/>
                <a:pathLst>
                  <a:path extrusionOk="0" h="3106" w="3243">
                    <a:moveTo>
                      <a:pt x="1618" y="0"/>
                    </a:moveTo>
                    <a:cubicBezTo>
                      <a:pt x="1488" y="0"/>
                      <a:pt x="1359" y="87"/>
                      <a:pt x="1370" y="261"/>
                    </a:cubicBezTo>
                    <a:lnTo>
                      <a:pt x="1370" y="1305"/>
                    </a:lnTo>
                    <a:lnTo>
                      <a:pt x="326" y="1305"/>
                    </a:lnTo>
                    <a:cubicBezTo>
                      <a:pt x="0" y="1305"/>
                      <a:pt x="0" y="1801"/>
                      <a:pt x="326" y="1801"/>
                    </a:cubicBezTo>
                    <a:lnTo>
                      <a:pt x="1370" y="1801"/>
                    </a:lnTo>
                    <a:lnTo>
                      <a:pt x="1370" y="2845"/>
                    </a:lnTo>
                    <a:cubicBezTo>
                      <a:pt x="1359" y="3019"/>
                      <a:pt x="1488" y="3106"/>
                      <a:pt x="1618" y="3106"/>
                    </a:cubicBezTo>
                    <a:cubicBezTo>
                      <a:pt x="1748" y="3106"/>
                      <a:pt x="1877" y="3019"/>
                      <a:pt x="1866" y="2845"/>
                    </a:cubicBezTo>
                    <a:lnTo>
                      <a:pt x="1866" y="1801"/>
                    </a:lnTo>
                    <a:lnTo>
                      <a:pt x="2910" y="1801"/>
                    </a:lnTo>
                    <a:cubicBezTo>
                      <a:pt x="3243" y="1801"/>
                      <a:pt x="3243" y="1305"/>
                      <a:pt x="2910" y="1305"/>
                    </a:cubicBezTo>
                    <a:lnTo>
                      <a:pt x="1866" y="1305"/>
                    </a:lnTo>
                    <a:lnTo>
                      <a:pt x="1866" y="261"/>
                    </a:lnTo>
                    <a:cubicBezTo>
                      <a:pt x="1877" y="87"/>
                      <a:pt x="1748" y="0"/>
                      <a:pt x="16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48"/>
              <p:cNvSpPr/>
              <p:nvPr/>
            </p:nvSpPr>
            <p:spPr>
              <a:xfrm>
                <a:off x="-5203576" y="3962558"/>
                <a:ext cx="54050" cy="46300"/>
              </a:xfrm>
              <a:custGeom>
                <a:rect b="b" l="l" r="r" t="t"/>
                <a:pathLst>
                  <a:path extrusionOk="0" h="1852" w="2162">
                    <a:moveTo>
                      <a:pt x="1236" y="497"/>
                    </a:moveTo>
                    <a:cubicBezTo>
                      <a:pt x="1481" y="497"/>
                      <a:pt x="1673" y="689"/>
                      <a:pt x="1673" y="926"/>
                    </a:cubicBezTo>
                    <a:cubicBezTo>
                      <a:pt x="1673" y="1186"/>
                      <a:pt x="1460" y="1358"/>
                      <a:pt x="1238" y="1358"/>
                    </a:cubicBezTo>
                    <a:cubicBezTo>
                      <a:pt x="1131" y="1358"/>
                      <a:pt x="1022" y="1318"/>
                      <a:pt x="933" y="1230"/>
                    </a:cubicBezTo>
                    <a:cubicBezTo>
                      <a:pt x="659" y="963"/>
                      <a:pt x="851" y="497"/>
                      <a:pt x="1236" y="497"/>
                    </a:cubicBezTo>
                    <a:close/>
                    <a:moveTo>
                      <a:pt x="1233" y="1"/>
                    </a:moveTo>
                    <a:cubicBezTo>
                      <a:pt x="1006" y="1"/>
                      <a:pt x="774" y="85"/>
                      <a:pt x="585" y="275"/>
                    </a:cubicBezTo>
                    <a:cubicBezTo>
                      <a:pt x="0" y="859"/>
                      <a:pt x="415" y="1851"/>
                      <a:pt x="1236" y="1851"/>
                    </a:cubicBezTo>
                    <a:cubicBezTo>
                      <a:pt x="1747" y="1851"/>
                      <a:pt x="2162" y="1437"/>
                      <a:pt x="2162" y="926"/>
                    </a:cubicBezTo>
                    <a:cubicBezTo>
                      <a:pt x="2162" y="370"/>
                      <a:pt x="1708" y="1"/>
                      <a:pt x="1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48"/>
              <p:cNvSpPr/>
              <p:nvPr/>
            </p:nvSpPr>
            <p:spPr>
              <a:xfrm>
                <a:off x="-478127" y="4334625"/>
                <a:ext cx="80925" cy="7777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48"/>
              <p:cNvSpPr/>
              <p:nvPr/>
            </p:nvSpPr>
            <p:spPr>
              <a:xfrm>
                <a:off x="-1558280" y="5237898"/>
                <a:ext cx="54050" cy="46300"/>
              </a:xfrm>
              <a:custGeom>
                <a:rect b="b" l="l" r="r" t="t"/>
                <a:pathLst>
                  <a:path extrusionOk="0" h="1852" w="2162">
                    <a:moveTo>
                      <a:pt x="1237" y="497"/>
                    </a:moveTo>
                    <a:cubicBezTo>
                      <a:pt x="1474" y="497"/>
                      <a:pt x="1666" y="689"/>
                      <a:pt x="1666" y="926"/>
                    </a:cubicBezTo>
                    <a:cubicBezTo>
                      <a:pt x="1666" y="1186"/>
                      <a:pt x="1453" y="1358"/>
                      <a:pt x="1233" y="1358"/>
                    </a:cubicBezTo>
                    <a:cubicBezTo>
                      <a:pt x="1127" y="1358"/>
                      <a:pt x="1020" y="1318"/>
                      <a:pt x="933" y="1229"/>
                    </a:cubicBezTo>
                    <a:cubicBezTo>
                      <a:pt x="659" y="963"/>
                      <a:pt x="852" y="497"/>
                      <a:pt x="1237" y="497"/>
                    </a:cubicBezTo>
                    <a:close/>
                    <a:moveTo>
                      <a:pt x="1228" y="1"/>
                    </a:moveTo>
                    <a:cubicBezTo>
                      <a:pt x="1000" y="1"/>
                      <a:pt x="767" y="85"/>
                      <a:pt x="578" y="274"/>
                    </a:cubicBezTo>
                    <a:cubicBezTo>
                      <a:pt x="0" y="852"/>
                      <a:pt x="407" y="1851"/>
                      <a:pt x="1237" y="1851"/>
                    </a:cubicBezTo>
                    <a:cubicBezTo>
                      <a:pt x="1747" y="1851"/>
                      <a:pt x="2162" y="1437"/>
                      <a:pt x="2162" y="926"/>
                    </a:cubicBezTo>
                    <a:cubicBezTo>
                      <a:pt x="2162" y="370"/>
                      <a:pt x="1705" y="1"/>
                      <a:pt x="12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48"/>
              <p:cNvSpPr/>
              <p:nvPr/>
            </p:nvSpPr>
            <p:spPr>
              <a:xfrm>
                <a:off x="-4266347" y="5318476"/>
                <a:ext cx="80900" cy="76975"/>
              </a:xfrm>
              <a:custGeom>
                <a:rect b="b" l="l" r="r" t="t"/>
                <a:pathLst>
                  <a:path extrusionOk="0" h="3079" w="3236">
                    <a:moveTo>
                      <a:pt x="1637" y="1"/>
                    </a:moveTo>
                    <a:cubicBezTo>
                      <a:pt x="1515" y="1"/>
                      <a:pt x="1392" y="82"/>
                      <a:pt x="1392" y="245"/>
                    </a:cubicBezTo>
                    <a:lnTo>
                      <a:pt x="1392" y="1296"/>
                    </a:lnTo>
                    <a:lnTo>
                      <a:pt x="349" y="1296"/>
                    </a:lnTo>
                    <a:cubicBezTo>
                      <a:pt x="341" y="1296"/>
                      <a:pt x="334" y="1296"/>
                      <a:pt x="327" y="1296"/>
                    </a:cubicBezTo>
                    <a:cubicBezTo>
                      <a:pt x="0" y="1296"/>
                      <a:pt x="0" y="1786"/>
                      <a:pt x="327" y="1786"/>
                    </a:cubicBezTo>
                    <a:cubicBezTo>
                      <a:pt x="334" y="1786"/>
                      <a:pt x="341" y="1785"/>
                      <a:pt x="349" y="1785"/>
                    </a:cubicBezTo>
                    <a:lnTo>
                      <a:pt x="1392" y="1785"/>
                    </a:lnTo>
                    <a:lnTo>
                      <a:pt x="1392" y="2829"/>
                    </a:lnTo>
                    <a:cubicBezTo>
                      <a:pt x="1392" y="2995"/>
                      <a:pt x="1515" y="3079"/>
                      <a:pt x="1637" y="3079"/>
                    </a:cubicBezTo>
                    <a:cubicBezTo>
                      <a:pt x="1759" y="3079"/>
                      <a:pt x="1881" y="2995"/>
                      <a:pt x="1881" y="2829"/>
                    </a:cubicBezTo>
                    <a:lnTo>
                      <a:pt x="1881" y="1785"/>
                    </a:lnTo>
                    <a:lnTo>
                      <a:pt x="2925" y="1785"/>
                    </a:lnTo>
                    <a:cubicBezTo>
                      <a:pt x="3236" y="1763"/>
                      <a:pt x="3236" y="1311"/>
                      <a:pt x="2925" y="1289"/>
                    </a:cubicBezTo>
                    <a:lnTo>
                      <a:pt x="2925" y="1296"/>
                    </a:lnTo>
                    <a:lnTo>
                      <a:pt x="1881" y="1296"/>
                    </a:lnTo>
                    <a:lnTo>
                      <a:pt x="1881" y="245"/>
                    </a:lnTo>
                    <a:cubicBezTo>
                      <a:pt x="1881" y="82"/>
                      <a:pt x="1759" y="1"/>
                      <a:pt x="16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8"/>
              <p:cNvSpPr/>
              <p:nvPr/>
            </p:nvSpPr>
            <p:spPr>
              <a:xfrm>
                <a:off x="-3537419" y="2889425"/>
                <a:ext cx="54250" cy="46400"/>
              </a:xfrm>
              <a:custGeom>
                <a:rect b="b" l="l" r="r" t="t"/>
                <a:pathLst>
                  <a:path extrusionOk="0" h="1856" w="2170">
                    <a:moveTo>
                      <a:pt x="1244" y="493"/>
                    </a:moveTo>
                    <a:cubicBezTo>
                      <a:pt x="1481" y="493"/>
                      <a:pt x="1673" y="686"/>
                      <a:pt x="1673" y="930"/>
                    </a:cubicBezTo>
                    <a:cubicBezTo>
                      <a:pt x="1673" y="1190"/>
                      <a:pt x="1461" y="1362"/>
                      <a:pt x="1238" y="1362"/>
                    </a:cubicBezTo>
                    <a:cubicBezTo>
                      <a:pt x="1131" y="1362"/>
                      <a:pt x="1022" y="1322"/>
                      <a:pt x="933" y="1233"/>
                    </a:cubicBezTo>
                    <a:cubicBezTo>
                      <a:pt x="659" y="960"/>
                      <a:pt x="852" y="493"/>
                      <a:pt x="1244" y="493"/>
                    </a:cubicBezTo>
                    <a:close/>
                    <a:moveTo>
                      <a:pt x="1234" y="1"/>
                    </a:moveTo>
                    <a:cubicBezTo>
                      <a:pt x="1006" y="1"/>
                      <a:pt x="774" y="84"/>
                      <a:pt x="585" y="271"/>
                    </a:cubicBezTo>
                    <a:cubicBezTo>
                      <a:pt x="0" y="856"/>
                      <a:pt x="415" y="1855"/>
                      <a:pt x="1244" y="1855"/>
                    </a:cubicBezTo>
                    <a:cubicBezTo>
                      <a:pt x="1755" y="1855"/>
                      <a:pt x="2169" y="1441"/>
                      <a:pt x="2169" y="930"/>
                    </a:cubicBezTo>
                    <a:cubicBezTo>
                      <a:pt x="2169" y="369"/>
                      <a:pt x="1711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3" name="Google Shape;243;p48"/>
            <p:cNvSpPr/>
            <p:nvPr/>
          </p:nvSpPr>
          <p:spPr>
            <a:xfrm>
              <a:off x="2107190" y="1041935"/>
              <a:ext cx="146275" cy="139178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48"/>
          <p:cNvSpPr/>
          <p:nvPr/>
        </p:nvSpPr>
        <p:spPr>
          <a:xfrm flipH="1" rot="8335191">
            <a:off x="-4631131" y="-2483936"/>
            <a:ext cx="9695553" cy="5531825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" name="Google Shape;247;p49"/>
          <p:cNvSpPr/>
          <p:nvPr/>
        </p:nvSpPr>
        <p:spPr>
          <a:xfrm rot="10800000">
            <a:off x="6080819" y="4169513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9"/>
          <p:cNvSpPr/>
          <p:nvPr/>
        </p:nvSpPr>
        <p:spPr>
          <a:xfrm>
            <a:off x="-339919" y="-1189037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9"/>
          <p:cNvSpPr/>
          <p:nvPr/>
        </p:nvSpPr>
        <p:spPr>
          <a:xfrm rot="10800000">
            <a:off x="1509596" y="4813448"/>
            <a:ext cx="146592" cy="140399"/>
          </a:xfrm>
          <a:custGeom>
            <a:rect b="b" l="l" r="r" t="t"/>
            <a:pathLst>
              <a:path extrusionOk="0" h="3106" w="3243">
                <a:moveTo>
                  <a:pt x="1618" y="0"/>
                </a:moveTo>
                <a:cubicBezTo>
                  <a:pt x="1488" y="0"/>
                  <a:pt x="1359" y="87"/>
                  <a:pt x="1370" y="261"/>
                </a:cubicBezTo>
                <a:lnTo>
                  <a:pt x="1370" y="1305"/>
                </a:lnTo>
                <a:lnTo>
                  <a:pt x="326" y="1305"/>
                </a:lnTo>
                <a:cubicBezTo>
                  <a:pt x="0" y="1305"/>
                  <a:pt x="0" y="1801"/>
                  <a:pt x="326" y="1801"/>
                </a:cubicBezTo>
                <a:lnTo>
                  <a:pt x="1370" y="1801"/>
                </a:lnTo>
                <a:lnTo>
                  <a:pt x="1370" y="2845"/>
                </a:lnTo>
                <a:cubicBezTo>
                  <a:pt x="1359" y="3019"/>
                  <a:pt x="1488" y="3106"/>
                  <a:pt x="1618" y="3106"/>
                </a:cubicBezTo>
                <a:cubicBezTo>
                  <a:pt x="1748" y="3106"/>
                  <a:pt x="1877" y="3019"/>
                  <a:pt x="1866" y="2845"/>
                </a:cubicBezTo>
                <a:lnTo>
                  <a:pt x="1866" y="1801"/>
                </a:lnTo>
                <a:lnTo>
                  <a:pt x="2910" y="1801"/>
                </a:lnTo>
                <a:cubicBezTo>
                  <a:pt x="3243" y="1801"/>
                  <a:pt x="3243" y="1305"/>
                  <a:pt x="2910" y="1305"/>
                </a:cubicBezTo>
                <a:lnTo>
                  <a:pt x="1866" y="1305"/>
                </a:lnTo>
                <a:lnTo>
                  <a:pt x="1866" y="261"/>
                </a:lnTo>
                <a:cubicBezTo>
                  <a:pt x="1877" y="87"/>
                  <a:pt x="1748" y="0"/>
                  <a:pt x="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9"/>
          <p:cNvSpPr/>
          <p:nvPr/>
        </p:nvSpPr>
        <p:spPr>
          <a:xfrm rot="10800000">
            <a:off x="5622013" y="4774820"/>
            <a:ext cx="97728" cy="83715"/>
          </a:xfrm>
          <a:custGeom>
            <a:rect b="b" l="l" r="r" t="t"/>
            <a:pathLst>
              <a:path extrusionOk="0" h="1852" w="2162">
                <a:moveTo>
                  <a:pt x="1236" y="497"/>
                </a:moveTo>
                <a:cubicBezTo>
                  <a:pt x="1481" y="497"/>
                  <a:pt x="1673" y="689"/>
                  <a:pt x="1673" y="926"/>
                </a:cubicBezTo>
                <a:cubicBezTo>
                  <a:pt x="1673" y="1186"/>
                  <a:pt x="1460" y="1358"/>
                  <a:pt x="1238" y="1358"/>
                </a:cubicBezTo>
                <a:cubicBezTo>
                  <a:pt x="1131" y="1358"/>
                  <a:pt x="1022" y="1318"/>
                  <a:pt x="933" y="1230"/>
                </a:cubicBezTo>
                <a:cubicBezTo>
                  <a:pt x="659" y="963"/>
                  <a:pt x="851" y="497"/>
                  <a:pt x="1236" y="497"/>
                </a:cubicBezTo>
                <a:close/>
                <a:moveTo>
                  <a:pt x="1233" y="1"/>
                </a:moveTo>
                <a:cubicBezTo>
                  <a:pt x="1006" y="1"/>
                  <a:pt x="774" y="85"/>
                  <a:pt x="585" y="275"/>
                </a:cubicBezTo>
                <a:cubicBezTo>
                  <a:pt x="0" y="859"/>
                  <a:pt x="415" y="1851"/>
                  <a:pt x="1236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8" y="1"/>
                  <a:pt x="12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9"/>
          <p:cNvSpPr/>
          <p:nvPr/>
        </p:nvSpPr>
        <p:spPr>
          <a:xfrm rot="10800000">
            <a:off x="220562" y="3734300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9"/>
          <p:cNvSpPr/>
          <p:nvPr/>
        </p:nvSpPr>
        <p:spPr>
          <a:xfrm rot="10800000">
            <a:off x="122828" y="4516016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9"/>
          <p:cNvSpPr/>
          <p:nvPr/>
        </p:nvSpPr>
        <p:spPr>
          <a:xfrm rot="10800000">
            <a:off x="7813938" y="199622"/>
            <a:ext cx="146275" cy="139178"/>
          </a:xfrm>
          <a:custGeom>
            <a:rect b="b" l="l" r="r" t="t"/>
            <a:pathLst>
              <a:path extrusionOk="0" h="3079" w="3236">
                <a:moveTo>
                  <a:pt x="1637" y="1"/>
                </a:moveTo>
                <a:cubicBezTo>
                  <a:pt x="1515" y="1"/>
                  <a:pt x="1392" y="82"/>
                  <a:pt x="1392" y="245"/>
                </a:cubicBezTo>
                <a:lnTo>
                  <a:pt x="1392" y="1296"/>
                </a:lnTo>
                <a:lnTo>
                  <a:pt x="349" y="1296"/>
                </a:lnTo>
                <a:cubicBezTo>
                  <a:pt x="341" y="1296"/>
                  <a:pt x="334" y="1296"/>
                  <a:pt x="327" y="1296"/>
                </a:cubicBezTo>
                <a:cubicBezTo>
                  <a:pt x="0" y="1296"/>
                  <a:pt x="0" y="1786"/>
                  <a:pt x="327" y="1786"/>
                </a:cubicBezTo>
                <a:cubicBezTo>
                  <a:pt x="334" y="1786"/>
                  <a:pt x="341" y="1785"/>
                  <a:pt x="349" y="1785"/>
                </a:cubicBezTo>
                <a:lnTo>
                  <a:pt x="1392" y="1785"/>
                </a:lnTo>
                <a:lnTo>
                  <a:pt x="1392" y="2829"/>
                </a:lnTo>
                <a:cubicBezTo>
                  <a:pt x="1392" y="2995"/>
                  <a:pt x="1515" y="3079"/>
                  <a:pt x="1637" y="3079"/>
                </a:cubicBezTo>
                <a:cubicBezTo>
                  <a:pt x="1759" y="3079"/>
                  <a:pt x="1881" y="2995"/>
                  <a:pt x="1881" y="2829"/>
                </a:cubicBezTo>
                <a:lnTo>
                  <a:pt x="1881" y="1785"/>
                </a:lnTo>
                <a:lnTo>
                  <a:pt x="2925" y="1785"/>
                </a:lnTo>
                <a:cubicBezTo>
                  <a:pt x="3236" y="1763"/>
                  <a:pt x="3236" y="1311"/>
                  <a:pt x="2925" y="1289"/>
                </a:cubicBezTo>
                <a:lnTo>
                  <a:pt x="2925" y="1296"/>
                </a:lnTo>
                <a:lnTo>
                  <a:pt x="1881" y="1296"/>
                </a:lnTo>
                <a:lnTo>
                  <a:pt x="1881" y="245"/>
                </a:lnTo>
                <a:cubicBezTo>
                  <a:pt x="1881" y="82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9"/>
          <p:cNvSpPr/>
          <p:nvPr/>
        </p:nvSpPr>
        <p:spPr>
          <a:xfrm rot="10800000">
            <a:off x="1859813" y="199618"/>
            <a:ext cx="147993" cy="139178"/>
          </a:xfrm>
          <a:custGeom>
            <a:rect b="b" l="l" r="r" t="t"/>
            <a:pathLst>
              <a:path extrusionOk="0" h="3079" w="3274">
                <a:moveTo>
                  <a:pt x="1637" y="1"/>
                </a:moveTo>
                <a:cubicBezTo>
                  <a:pt x="1515" y="1"/>
                  <a:pt x="1393" y="84"/>
                  <a:pt x="1393" y="250"/>
                </a:cubicBezTo>
                <a:lnTo>
                  <a:pt x="1393" y="1294"/>
                </a:lnTo>
                <a:lnTo>
                  <a:pt x="349" y="1294"/>
                </a:lnTo>
                <a:cubicBezTo>
                  <a:pt x="342" y="1294"/>
                  <a:pt x="335" y="1294"/>
                  <a:pt x="328" y="1294"/>
                </a:cubicBezTo>
                <a:cubicBezTo>
                  <a:pt x="1" y="1294"/>
                  <a:pt x="1" y="1791"/>
                  <a:pt x="328" y="1791"/>
                </a:cubicBezTo>
                <a:cubicBezTo>
                  <a:pt x="335" y="1791"/>
                  <a:pt x="342" y="1791"/>
                  <a:pt x="349" y="1790"/>
                </a:cubicBezTo>
                <a:lnTo>
                  <a:pt x="1393" y="1790"/>
                </a:lnTo>
                <a:lnTo>
                  <a:pt x="1393" y="2834"/>
                </a:lnTo>
                <a:cubicBezTo>
                  <a:pt x="1393" y="2997"/>
                  <a:pt x="1515" y="3078"/>
                  <a:pt x="1637" y="3078"/>
                </a:cubicBezTo>
                <a:cubicBezTo>
                  <a:pt x="1759" y="3078"/>
                  <a:pt x="1881" y="2997"/>
                  <a:pt x="1881" y="2834"/>
                </a:cubicBezTo>
                <a:lnTo>
                  <a:pt x="1881" y="1790"/>
                </a:lnTo>
                <a:lnTo>
                  <a:pt x="2925" y="1790"/>
                </a:lnTo>
                <a:cubicBezTo>
                  <a:pt x="2932" y="1791"/>
                  <a:pt x="2939" y="1791"/>
                  <a:pt x="2946" y="1791"/>
                </a:cubicBezTo>
                <a:cubicBezTo>
                  <a:pt x="3274" y="1791"/>
                  <a:pt x="3274" y="1294"/>
                  <a:pt x="2946" y="1294"/>
                </a:cubicBezTo>
                <a:cubicBezTo>
                  <a:pt x="2939" y="1294"/>
                  <a:pt x="2932" y="1294"/>
                  <a:pt x="2925" y="1294"/>
                </a:cubicBezTo>
                <a:lnTo>
                  <a:pt x="1881" y="1294"/>
                </a:lnTo>
                <a:lnTo>
                  <a:pt x="1881" y="250"/>
                </a:lnTo>
                <a:cubicBezTo>
                  <a:pt x="1881" y="84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9"/>
          <p:cNvSpPr/>
          <p:nvPr/>
        </p:nvSpPr>
        <p:spPr>
          <a:xfrm rot="10800000">
            <a:off x="8758474" y="856371"/>
            <a:ext cx="98089" cy="83896"/>
          </a:xfrm>
          <a:custGeom>
            <a:rect b="b" l="l" r="r" t="t"/>
            <a:pathLst>
              <a:path extrusionOk="0" h="1856" w="2170">
                <a:moveTo>
                  <a:pt x="1244" y="493"/>
                </a:moveTo>
                <a:cubicBezTo>
                  <a:pt x="1481" y="493"/>
                  <a:pt x="1673" y="686"/>
                  <a:pt x="1673" y="930"/>
                </a:cubicBezTo>
                <a:cubicBezTo>
                  <a:pt x="1673" y="1190"/>
                  <a:pt x="1461" y="1362"/>
                  <a:pt x="1238" y="1362"/>
                </a:cubicBezTo>
                <a:cubicBezTo>
                  <a:pt x="1131" y="1362"/>
                  <a:pt x="1022" y="1322"/>
                  <a:pt x="933" y="1233"/>
                </a:cubicBezTo>
                <a:cubicBezTo>
                  <a:pt x="659" y="960"/>
                  <a:pt x="852" y="493"/>
                  <a:pt x="1244" y="493"/>
                </a:cubicBezTo>
                <a:close/>
                <a:moveTo>
                  <a:pt x="1234" y="1"/>
                </a:moveTo>
                <a:cubicBezTo>
                  <a:pt x="1006" y="1"/>
                  <a:pt x="774" y="84"/>
                  <a:pt x="585" y="271"/>
                </a:cubicBezTo>
                <a:cubicBezTo>
                  <a:pt x="0" y="856"/>
                  <a:pt x="415" y="1855"/>
                  <a:pt x="1244" y="1855"/>
                </a:cubicBezTo>
                <a:cubicBezTo>
                  <a:pt x="1755" y="1855"/>
                  <a:pt x="2169" y="1441"/>
                  <a:pt x="2169" y="930"/>
                </a:cubicBezTo>
                <a:cubicBezTo>
                  <a:pt x="2169" y="369"/>
                  <a:pt x="1711" y="1"/>
                  <a:pt x="1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9"/>
          <p:cNvSpPr/>
          <p:nvPr/>
        </p:nvSpPr>
        <p:spPr>
          <a:xfrm flipH="1">
            <a:off x="8734362" y="198898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0"/>
          <p:cNvSpPr/>
          <p:nvPr/>
        </p:nvSpPr>
        <p:spPr>
          <a:xfrm flipH="1" rot="2462307">
            <a:off x="7329815" y="-429348"/>
            <a:ext cx="3154044" cy="2496726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0"/>
          <p:cNvSpPr/>
          <p:nvPr/>
        </p:nvSpPr>
        <p:spPr>
          <a:xfrm rot="-2363539">
            <a:off x="-1350834" y="-440782"/>
            <a:ext cx="3154077" cy="2496752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0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" name="Google Shape;261;p50"/>
          <p:cNvSpPr/>
          <p:nvPr/>
        </p:nvSpPr>
        <p:spPr>
          <a:xfrm rot="10800000">
            <a:off x="1509596" y="4813448"/>
            <a:ext cx="146592" cy="140399"/>
          </a:xfrm>
          <a:custGeom>
            <a:rect b="b" l="l" r="r" t="t"/>
            <a:pathLst>
              <a:path extrusionOk="0" h="3106" w="3243">
                <a:moveTo>
                  <a:pt x="1618" y="0"/>
                </a:moveTo>
                <a:cubicBezTo>
                  <a:pt x="1488" y="0"/>
                  <a:pt x="1359" y="87"/>
                  <a:pt x="1370" y="261"/>
                </a:cubicBezTo>
                <a:lnTo>
                  <a:pt x="1370" y="1305"/>
                </a:lnTo>
                <a:lnTo>
                  <a:pt x="326" y="1305"/>
                </a:lnTo>
                <a:cubicBezTo>
                  <a:pt x="0" y="1305"/>
                  <a:pt x="0" y="1801"/>
                  <a:pt x="326" y="1801"/>
                </a:cubicBezTo>
                <a:lnTo>
                  <a:pt x="1370" y="1801"/>
                </a:lnTo>
                <a:lnTo>
                  <a:pt x="1370" y="2845"/>
                </a:lnTo>
                <a:cubicBezTo>
                  <a:pt x="1359" y="3019"/>
                  <a:pt x="1488" y="3106"/>
                  <a:pt x="1618" y="3106"/>
                </a:cubicBezTo>
                <a:cubicBezTo>
                  <a:pt x="1748" y="3106"/>
                  <a:pt x="1877" y="3019"/>
                  <a:pt x="1866" y="2845"/>
                </a:cubicBezTo>
                <a:lnTo>
                  <a:pt x="1866" y="1801"/>
                </a:lnTo>
                <a:lnTo>
                  <a:pt x="2910" y="1801"/>
                </a:lnTo>
                <a:cubicBezTo>
                  <a:pt x="3243" y="1801"/>
                  <a:pt x="3243" y="1305"/>
                  <a:pt x="2910" y="1305"/>
                </a:cubicBezTo>
                <a:lnTo>
                  <a:pt x="1866" y="1305"/>
                </a:lnTo>
                <a:lnTo>
                  <a:pt x="1866" y="261"/>
                </a:lnTo>
                <a:cubicBezTo>
                  <a:pt x="1877" y="87"/>
                  <a:pt x="1748" y="0"/>
                  <a:pt x="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0"/>
          <p:cNvSpPr/>
          <p:nvPr/>
        </p:nvSpPr>
        <p:spPr>
          <a:xfrm rot="10800000">
            <a:off x="5622013" y="4774820"/>
            <a:ext cx="97728" cy="83715"/>
          </a:xfrm>
          <a:custGeom>
            <a:rect b="b" l="l" r="r" t="t"/>
            <a:pathLst>
              <a:path extrusionOk="0" h="1852" w="2162">
                <a:moveTo>
                  <a:pt x="1236" y="497"/>
                </a:moveTo>
                <a:cubicBezTo>
                  <a:pt x="1481" y="497"/>
                  <a:pt x="1673" y="689"/>
                  <a:pt x="1673" y="926"/>
                </a:cubicBezTo>
                <a:cubicBezTo>
                  <a:pt x="1673" y="1186"/>
                  <a:pt x="1460" y="1358"/>
                  <a:pt x="1238" y="1358"/>
                </a:cubicBezTo>
                <a:cubicBezTo>
                  <a:pt x="1131" y="1358"/>
                  <a:pt x="1022" y="1318"/>
                  <a:pt x="933" y="1230"/>
                </a:cubicBezTo>
                <a:cubicBezTo>
                  <a:pt x="659" y="963"/>
                  <a:pt x="851" y="497"/>
                  <a:pt x="1236" y="497"/>
                </a:cubicBezTo>
                <a:close/>
                <a:moveTo>
                  <a:pt x="1233" y="1"/>
                </a:moveTo>
                <a:cubicBezTo>
                  <a:pt x="1006" y="1"/>
                  <a:pt x="774" y="85"/>
                  <a:pt x="585" y="275"/>
                </a:cubicBezTo>
                <a:cubicBezTo>
                  <a:pt x="0" y="859"/>
                  <a:pt x="415" y="1851"/>
                  <a:pt x="1236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8" y="1"/>
                  <a:pt x="12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0"/>
          <p:cNvSpPr/>
          <p:nvPr/>
        </p:nvSpPr>
        <p:spPr>
          <a:xfrm rot="10800000">
            <a:off x="220562" y="3734300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0"/>
          <p:cNvSpPr/>
          <p:nvPr/>
        </p:nvSpPr>
        <p:spPr>
          <a:xfrm rot="10800000">
            <a:off x="122828" y="4516016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0"/>
          <p:cNvSpPr/>
          <p:nvPr/>
        </p:nvSpPr>
        <p:spPr>
          <a:xfrm rot="10800000">
            <a:off x="8156838" y="4747084"/>
            <a:ext cx="146275" cy="139178"/>
          </a:xfrm>
          <a:custGeom>
            <a:rect b="b" l="l" r="r" t="t"/>
            <a:pathLst>
              <a:path extrusionOk="0" h="3079" w="3236">
                <a:moveTo>
                  <a:pt x="1637" y="1"/>
                </a:moveTo>
                <a:cubicBezTo>
                  <a:pt x="1515" y="1"/>
                  <a:pt x="1392" y="82"/>
                  <a:pt x="1392" y="245"/>
                </a:cubicBezTo>
                <a:lnTo>
                  <a:pt x="1392" y="1296"/>
                </a:lnTo>
                <a:lnTo>
                  <a:pt x="349" y="1296"/>
                </a:lnTo>
                <a:cubicBezTo>
                  <a:pt x="341" y="1296"/>
                  <a:pt x="334" y="1296"/>
                  <a:pt x="327" y="1296"/>
                </a:cubicBezTo>
                <a:cubicBezTo>
                  <a:pt x="0" y="1296"/>
                  <a:pt x="0" y="1786"/>
                  <a:pt x="327" y="1786"/>
                </a:cubicBezTo>
                <a:cubicBezTo>
                  <a:pt x="334" y="1786"/>
                  <a:pt x="341" y="1785"/>
                  <a:pt x="349" y="1785"/>
                </a:cubicBezTo>
                <a:lnTo>
                  <a:pt x="1392" y="1785"/>
                </a:lnTo>
                <a:lnTo>
                  <a:pt x="1392" y="2829"/>
                </a:lnTo>
                <a:cubicBezTo>
                  <a:pt x="1392" y="2995"/>
                  <a:pt x="1515" y="3079"/>
                  <a:pt x="1637" y="3079"/>
                </a:cubicBezTo>
                <a:cubicBezTo>
                  <a:pt x="1759" y="3079"/>
                  <a:pt x="1881" y="2995"/>
                  <a:pt x="1881" y="2829"/>
                </a:cubicBezTo>
                <a:lnTo>
                  <a:pt x="1881" y="1785"/>
                </a:lnTo>
                <a:lnTo>
                  <a:pt x="2925" y="1785"/>
                </a:lnTo>
                <a:cubicBezTo>
                  <a:pt x="3236" y="1763"/>
                  <a:pt x="3236" y="1311"/>
                  <a:pt x="2925" y="1289"/>
                </a:cubicBezTo>
                <a:lnTo>
                  <a:pt x="2925" y="1296"/>
                </a:lnTo>
                <a:lnTo>
                  <a:pt x="1881" y="1296"/>
                </a:lnTo>
                <a:lnTo>
                  <a:pt x="1881" y="245"/>
                </a:lnTo>
                <a:cubicBezTo>
                  <a:pt x="1881" y="82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0"/>
          <p:cNvSpPr/>
          <p:nvPr/>
        </p:nvSpPr>
        <p:spPr>
          <a:xfrm rot="10800000">
            <a:off x="1859813" y="199618"/>
            <a:ext cx="147993" cy="139178"/>
          </a:xfrm>
          <a:custGeom>
            <a:rect b="b" l="l" r="r" t="t"/>
            <a:pathLst>
              <a:path extrusionOk="0" h="3079" w="3274">
                <a:moveTo>
                  <a:pt x="1637" y="1"/>
                </a:moveTo>
                <a:cubicBezTo>
                  <a:pt x="1515" y="1"/>
                  <a:pt x="1393" y="84"/>
                  <a:pt x="1393" y="250"/>
                </a:cubicBezTo>
                <a:lnTo>
                  <a:pt x="1393" y="1294"/>
                </a:lnTo>
                <a:lnTo>
                  <a:pt x="349" y="1294"/>
                </a:lnTo>
                <a:cubicBezTo>
                  <a:pt x="342" y="1294"/>
                  <a:pt x="335" y="1294"/>
                  <a:pt x="328" y="1294"/>
                </a:cubicBezTo>
                <a:cubicBezTo>
                  <a:pt x="1" y="1294"/>
                  <a:pt x="1" y="1791"/>
                  <a:pt x="328" y="1791"/>
                </a:cubicBezTo>
                <a:cubicBezTo>
                  <a:pt x="335" y="1791"/>
                  <a:pt x="342" y="1791"/>
                  <a:pt x="349" y="1790"/>
                </a:cubicBezTo>
                <a:lnTo>
                  <a:pt x="1393" y="1790"/>
                </a:lnTo>
                <a:lnTo>
                  <a:pt x="1393" y="2834"/>
                </a:lnTo>
                <a:cubicBezTo>
                  <a:pt x="1393" y="2997"/>
                  <a:pt x="1515" y="3078"/>
                  <a:pt x="1637" y="3078"/>
                </a:cubicBezTo>
                <a:cubicBezTo>
                  <a:pt x="1759" y="3078"/>
                  <a:pt x="1881" y="2997"/>
                  <a:pt x="1881" y="2834"/>
                </a:cubicBezTo>
                <a:lnTo>
                  <a:pt x="1881" y="1790"/>
                </a:lnTo>
                <a:lnTo>
                  <a:pt x="2925" y="1790"/>
                </a:lnTo>
                <a:cubicBezTo>
                  <a:pt x="2932" y="1791"/>
                  <a:pt x="2939" y="1791"/>
                  <a:pt x="2946" y="1791"/>
                </a:cubicBezTo>
                <a:cubicBezTo>
                  <a:pt x="3274" y="1791"/>
                  <a:pt x="3274" y="1294"/>
                  <a:pt x="2946" y="1294"/>
                </a:cubicBezTo>
                <a:cubicBezTo>
                  <a:pt x="2939" y="1294"/>
                  <a:pt x="2932" y="1294"/>
                  <a:pt x="2925" y="1294"/>
                </a:cubicBezTo>
                <a:lnTo>
                  <a:pt x="1881" y="1294"/>
                </a:lnTo>
                <a:lnTo>
                  <a:pt x="1881" y="250"/>
                </a:lnTo>
                <a:cubicBezTo>
                  <a:pt x="1881" y="84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0"/>
          <p:cNvSpPr/>
          <p:nvPr/>
        </p:nvSpPr>
        <p:spPr>
          <a:xfrm rot="10800000">
            <a:off x="8758474" y="4056771"/>
            <a:ext cx="98089" cy="83896"/>
          </a:xfrm>
          <a:custGeom>
            <a:rect b="b" l="l" r="r" t="t"/>
            <a:pathLst>
              <a:path extrusionOk="0" h="1856" w="2170">
                <a:moveTo>
                  <a:pt x="1244" y="493"/>
                </a:moveTo>
                <a:cubicBezTo>
                  <a:pt x="1481" y="493"/>
                  <a:pt x="1673" y="686"/>
                  <a:pt x="1673" y="930"/>
                </a:cubicBezTo>
                <a:cubicBezTo>
                  <a:pt x="1673" y="1190"/>
                  <a:pt x="1461" y="1362"/>
                  <a:pt x="1238" y="1362"/>
                </a:cubicBezTo>
                <a:cubicBezTo>
                  <a:pt x="1131" y="1362"/>
                  <a:pt x="1022" y="1322"/>
                  <a:pt x="933" y="1233"/>
                </a:cubicBezTo>
                <a:cubicBezTo>
                  <a:pt x="659" y="960"/>
                  <a:pt x="852" y="493"/>
                  <a:pt x="1244" y="493"/>
                </a:cubicBezTo>
                <a:close/>
                <a:moveTo>
                  <a:pt x="1234" y="1"/>
                </a:moveTo>
                <a:cubicBezTo>
                  <a:pt x="1006" y="1"/>
                  <a:pt x="774" y="84"/>
                  <a:pt x="585" y="271"/>
                </a:cubicBezTo>
                <a:cubicBezTo>
                  <a:pt x="0" y="856"/>
                  <a:pt x="415" y="1855"/>
                  <a:pt x="1244" y="1855"/>
                </a:cubicBezTo>
                <a:cubicBezTo>
                  <a:pt x="1755" y="1855"/>
                  <a:pt x="2169" y="1441"/>
                  <a:pt x="2169" y="930"/>
                </a:cubicBezTo>
                <a:cubicBezTo>
                  <a:pt x="2169" y="369"/>
                  <a:pt x="1711" y="1"/>
                  <a:pt x="1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0"/>
          <p:cNvSpPr/>
          <p:nvPr/>
        </p:nvSpPr>
        <p:spPr>
          <a:xfrm flipH="1">
            <a:off x="6848412" y="198898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1"/>
          <p:cNvSpPr txBox="1"/>
          <p:nvPr>
            <p:ph type="title"/>
          </p:nvPr>
        </p:nvSpPr>
        <p:spPr>
          <a:xfrm>
            <a:off x="720000" y="1361037"/>
            <a:ext cx="35274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51"/>
          <p:cNvSpPr txBox="1"/>
          <p:nvPr>
            <p:ph idx="1" type="subTitle"/>
          </p:nvPr>
        </p:nvSpPr>
        <p:spPr>
          <a:xfrm>
            <a:off x="720000" y="2695737"/>
            <a:ext cx="35274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2" name="Google Shape;272;p51"/>
          <p:cNvGrpSpPr/>
          <p:nvPr/>
        </p:nvGrpSpPr>
        <p:grpSpPr>
          <a:xfrm flipH="1">
            <a:off x="225269" y="203735"/>
            <a:ext cx="8723056" cy="4092277"/>
            <a:chOff x="-6171402" y="2789854"/>
            <a:chExt cx="4824432" cy="2263302"/>
          </a:xfrm>
        </p:grpSpPr>
        <p:sp>
          <p:nvSpPr>
            <p:cNvPr id="273" name="Google Shape;273;p51"/>
            <p:cNvSpPr/>
            <p:nvPr/>
          </p:nvSpPr>
          <p:spPr>
            <a:xfrm>
              <a:off x="-2013001" y="2818975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1"/>
            <p:cNvSpPr/>
            <p:nvPr/>
          </p:nvSpPr>
          <p:spPr>
            <a:xfrm>
              <a:off x="-1427895" y="4975381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51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51"/>
            <p:cNvSpPr/>
            <p:nvPr/>
          </p:nvSpPr>
          <p:spPr>
            <a:xfrm>
              <a:off x="-6171402" y="3710242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51"/>
          <p:cNvSpPr/>
          <p:nvPr/>
        </p:nvSpPr>
        <p:spPr>
          <a:xfrm flipH="1" rot="-5400000">
            <a:off x="-1378731" y="-253613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 txBox="1"/>
          <p:nvPr>
            <p:ph type="title"/>
          </p:nvPr>
        </p:nvSpPr>
        <p:spPr>
          <a:xfrm>
            <a:off x="5696274" y="1322961"/>
            <a:ext cx="27246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52"/>
          <p:cNvSpPr txBox="1"/>
          <p:nvPr>
            <p:ph idx="1" type="subTitle"/>
          </p:nvPr>
        </p:nvSpPr>
        <p:spPr>
          <a:xfrm>
            <a:off x="5696274" y="2657661"/>
            <a:ext cx="27246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1" name="Google Shape;281;p52"/>
          <p:cNvGrpSpPr/>
          <p:nvPr/>
        </p:nvGrpSpPr>
        <p:grpSpPr>
          <a:xfrm>
            <a:off x="6412999" y="432335"/>
            <a:ext cx="2535326" cy="4016075"/>
            <a:chOff x="-2749175" y="2831998"/>
            <a:chExt cx="1402205" cy="2221158"/>
          </a:xfrm>
        </p:grpSpPr>
        <p:sp>
          <p:nvSpPr>
            <p:cNvPr id="282" name="Google Shape;282;p52"/>
            <p:cNvSpPr/>
            <p:nvPr/>
          </p:nvSpPr>
          <p:spPr>
            <a:xfrm>
              <a:off x="-1427895" y="4975381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2"/>
            <p:cNvSpPr/>
            <p:nvPr/>
          </p:nvSpPr>
          <p:spPr>
            <a:xfrm>
              <a:off x="-2749175" y="2831998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p52"/>
          <p:cNvSpPr/>
          <p:nvPr/>
        </p:nvSpPr>
        <p:spPr>
          <a:xfrm flipH="1">
            <a:off x="6304719" y="-604263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3"/>
          <p:cNvSpPr txBox="1"/>
          <p:nvPr>
            <p:ph type="title"/>
          </p:nvPr>
        </p:nvSpPr>
        <p:spPr>
          <a:xfrm>
            <a:off x="720000" y="1322961"/>
            <a:ext cx="32331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53"/>
          <p:cNvSpPr txBox="1"/>
          <p:nvPr>
            <p:ph idx="1" type="subTitle"/>
          </p:nvPr>
        </p:nvSpPr>
        <p:spPr>
          <a:xfrm>
            <a:off x="720000" y="2733861"/>
            <a:ext cx="32331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8" name="Google Shape;288;p53"/>
          <p:cNvGrpSpPr/>
          <p:nvPr/>
        </p:nvGrpSpPr>
        <p:grpSpPr>
          <a:xfrm flipH="1">
            <a:off x="225269" y="203735"/>
            <a:ext cx="8723056" cy="1806275"/>
            <a:chOff x="-6171402" y="2789854"/>
            <a:chExt cx="4824432" cy="998991"/>
          </a:xfrm>
        </p:grpSpPr>
        <p:sp>
          <p:nvSpPr>
            <p:cNvPr id="289" name="Google Shape;289;p53"/>
            <p:cNvSpPr/>
            <p:nvPr/>
          </p:nvSpPr>
          <p:spPr>
            <a:xfrm>
              <a:off x="-1427895" y="3711070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53"/>
            <p:cNvSpPr/>
            <p:nvPr/>
          </p:nvSpPr>
          <p:spPr>
            <a:xfrm>
              <a:off x="-4266347" y="278985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3"/>
            <p:cNvSpPr/>
            <p:nvPr/>
          </p:nvSpPr>
          <p:spPr>
            <a:xfrm>
              <a:off x="-6171402" y="3710242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53"/>
          <p:cNvSpPr/>
          <p:nvPr/>
        </p:nvSpPr>
        <p:spPr>
          <a:xfrm flipH="1" rot="-3230979">
            <a:off x="-424443" y="-775666"/>
            <a:ext cx="3153953" cy="249665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4"/>
          <p:cNvSpPr/>
          <p:nvPr/>
        </p:nvSpPr>
        <p:spPr>
          <a:xfrm flipH="1" rot="-10607045">
            <a:off x="1864747" y="-3008099"/>
            <a:ext cx="9695429" cy="5531904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4"/>
          <p:cNvSpPr/>
          <p:nvPr/>
        </p:nvSpPr>
        <p:spPr>
          <a:xfrm flipH="1" rot="-10468380">
            <a:off x="-1549421" y="3077523"/>
            <a:ext cx="3153885" cy="2496600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4"/>
          <p:cNvSpPr txBox="1"/>
          <p:nvPr>
            <p:ph type="title"/>
          </p:nvPr>
        </p:nvSpPr>
        <p:spPr>
          <a:xfrm>
            <a:off x="713225" y="521225"/>
            <a:ext cx="772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" name="Google Shape;297;p54"/>
          <p:cNvSpPr txBox="1"/>
          <p:nvPr>
            <p:ph idx="2" type="title"/>
          </p:nvPr>
        </p:nvSpPr>
        <p:spPr>
          <a:xfrm>
            <a:off x="5006204" y="1421500"/>
            <a:ext cx="3169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8" name="Google Shape;298;p54"/>
          <p:cNvSpPr txBox="1"/>
          <p:nvPr>
            <p:ph idx="1" type="subTitle"/>
          </p:nvPr>
        </p:nvSpPr>
        <p:spPr>
          <a:xfrm>
            <a:off x="5006204" y="1845028"/>
            <a:ext cx="3169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54"/>
          <p:cNvSpPr txBox="1"/>
          <p:nvPr>
            <p:ph idx="3" type="title"/>
          </p:nvPr>
        </p:nvSpPr>
        <p:spPr>
          <a:xfrm>
            <a:off x="5003824" y="2530030"/>
            <a:ext cx="31668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0" name="Google Shape;300;p54"/>
          <p:cNvSpPr txBox="1"/>
          <p:nvPr>
            <p:ph idx="4" type="subTitle"/>
          </p:nvPr>
        </p:nvSpPr>
        <p:spPr>
          <a:xfrm>
            <a:off x="5003823" y="2953502"/>
            <a:ext cx="316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4"/>
          <p:cNvSpPr txBox="1"/>
          <p:nvPr>
            <p:ph idx="5" type="title"/>
          </p:nvPr>
        </p:nvSpPr>
        <p:spPr>
          <a:xfrm>
            <a:off x="5007342" y="3638561"/>
            <a:ext cx="31668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2" name="Google Shape;302;p54"/>
          <p:cNvSpPr txBox="1"/>
          <p:nvPr>
            <p:ph idx="6" type="subTitle"/>
          </p:nvPr>
        </p:nvSpPr>
        <p:spPr>
          <a:xfrm>
            <a:off x="5007342" y="4061975"/>
            <a:ext cx="316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3" name="Google Shape;303;p54"/>
          <p:cNvGrpSpPr/>
          <p:nvPr/>
        </p:nvGrpSpPr>
        <p:grpSpPr>
          <a:xfrm>
            <a:off x="237813" y="231368"/>
            <a:ext cx="8658115" cy="4726715"/>
            <a:chOff x="-6143112" y="2805138"/>
            <a:chExt cx="4788515" cy="2614189"/>
          </a:xfrm>
        </p:grpSpPr>
        <p:sp>
          <p:nvSpPr>
            <p:cNvPr id="304" name="Google Shape;304;p54"/>
            <p:cNvSpPr/>
            <p:nvPr/>
          </p:nvSpPr>
          <p:spPr>
            <a:xfrm>
              <a:off x="-6143112" y="3758359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4"/>
            <p:cNvSpPr/>
            <p:nvPr/>
          </p:nvSpPr>
          <p:spPr>
            <a:xfrm>
              <a:off x="-2892015" y="5341552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4"/>
            <p:cNvSpPr/>
            <p:nvPr/>
          </p:nvSpPr>
          <p:spPr>
            <a:xfrm>
              <a:off x="-1408647" y="5005534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54"/>
            <p:cNvSpPr/>
            <p:nvPr/>
          </p:nvSpPr>
          <p:spPr>
            <a:xfrm>
              <a:off x="-1489544" y="3694976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54"/>
            <p:cNvSpPr/>
            <p:nvPr/>
          </p:nvSpPr>
          <p:spPr>
            <a:xfrm>
              <a:off x="-3368844" y="2805138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5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1" name="Google Shape;311;p55"/>
          <p:cNvSpPr txBox="1"/>
          <p:nvPr>
            <p:ph idx="2" type="title"/>
          </p:nvPr>
        </p:nvSpPr>
        <p:spPr>
          <a:xfrm>
            <a:off x="706413" y="1759250"/>
            <a:ext cx="2566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2" name="Google Shape;312;p55"/>
          <p:cNvSpPr txBox="1"/>
          <p:nvPr>
            <p:ph idx="1" type="subTitle"/>
          </p:nvPr>
        </p:nvSpPr>
        <p:spPr>
          <a:xfrm>
            <a:off x="706413" y="2119050"/>
            <a:ext cx="2566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3" name="Google Shape;313;p55"/>
          <p:cNvSpPr txBox="1"/>
          <p:nvPr>
            <p:ph idx="3" type="title"/>
          </p:nvPr>
        </p:nvSpPr>
        <p:spPr>
          <a:xfrm>
            <a:off x="5870487" y="1759250"/>
            <a:ext cx="256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4" name="Google Shape;314;p55"/>
          <p:cNvSpPr txBox="1"/>
          <p:nvPr>
            <p:ph idx="4" type="subTitle"/>
          </p:nvPr>
        </p:nvSpPr>
        <p:spPr>
          <a:xfrm>
            <a:off x="5870487" y="2119050"/>
            <a:ext cx="2567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5" name="Google Shape;315;p55"/>
          <p:cNvSpPr txBox="1"/>
          <p:nvPr>
            <p:ph idx="5" type="title"/>
          </p:nvPr>
        </p:nvSpPr>
        <p:spPr>
          <a:xfrm>
            <a:off x="706413" y="3116525"/>
            <a:ext cx="2566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6" name="Google Shape;316;p55"/>
          <p:cNvSpPr txBox="1"/>
          <p:nvPr>
            <p:ph idx="6" type="subTitle"/>
          </p:nvPr>
        </p:nvSpPr>
        <p:spPr>
          <a:xfrm>
            <a:off x="706413" y="3476250"/>
            <a:ext cx="2566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7" name="Google Shape;317;p55"/>
          <p:cNvSpPr txBox="1"/>
          <p:nvPr>
            <p:ph idx="7" type="title"/>
          </p:nvPr>
        </p:nvSpPr>
        <p:spPr>
          <a:xfrm>
            <a:off x="5870487" y="3116525"/>
            <a:ext cx="256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55"/>
          <p:cNvSpPr txBox="1"/>
          <p:nvPr>
            <p:ph idx="8" type="subTitle"/>
          </p:nvPr>
        </p:nvSpPr>
        <p:spPr>
          <a:xfrm>
            <a:off x="5870487" y="3476250"/>
            <a:ext cx="2567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9" name="Google Shape;319;p55"/>
          <p:cNvSpPr/>
          <p:nvPr/>
        </p:nvSpPr>
        <p:spPr>
          <a:xfrm rot="-192955">
            <a:off x="1998322" y="3107385"/>
            <a:ext cx="9695429" cy="5531904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5"/>
          <p:cNvSpPr/>
          <p:nvPr/>
        </p:nvSpPr>
        <p:spPr>
          <a:xfrm rot="10799792">
            <a:off x="-1257751" y="-3726310"/>
            <a:ext cx="9695383" cy="5532044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55"/>
          <p:cNvGrpSpPr/>
          <p:nvPr/>
        </p:nvGrpSpPr>
        <p:grpSpPr>
          <a:xfrm>
            <a:off x="186660" y="209772"/>
            <a:ext cx="8690395" cy="4761017"/>
            <a:chOff x="-6171402" y="2793194"/>
            <a:chExt cx="4806368" cy="2633161"/>
          </a:xfrm>
        </p:grpSpPr>
        <p:sp>
          <p:nvSpPr>
            <p:cNvPr id="322" name="Google Shape;322;p55"/>
            <p:cNvSpPr/>
            <p:nvPr/>
          </p:nvSpPr>
          <p:spPr>
            <a:xfrm>
              <a:off x="-5414294" y="5306690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55"/>
            <p:cNvSpPr/>
            <p:nvPr/>
          </p:nvSpPr>
          <p:spPr>
            <a:xfrm>
              <a:off x="-1500112" y="3546547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55"/>
            <p:cNvSpPr/>
            <p:nvPr/>
          </p:nvSpPr>
          <p:spPr>
            <a:xfrm>
              <a:off x="-1419183" y="2808531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55"/>
            <p:cNvSpPr/>
            <p:nvPr/>
          </p:nvSpPr>
          <p:spPr>
            <a:xfrm>
              <a:off x="-2138091" y="279319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55"/>
            <p:cNvSpPr/>
            <p:nvPr/>
          </p:nvSpPr>
          <p:spPr>
            <a:xfrm>
              <a:off x="-6171402" y="5349380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55"/>
            <p:cNvSpPr/>
            <p:nvPr/>
          </p:nvSpPr>
          <p:spPr>
            <a:xfrm>
              <a:off x="-1419284" y="4771110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56"/>
          <p:cNvSpPr txBox="1"/>
          <p:nvPr>
            <p:ph idx="2" type="title"/>
          </p:nvPr>
        </p:nvSpPr>
        <p:spPr>
          <a:xfrm>
            <a:off x="979875" y="1892400"/>
            <a:ext cx="2228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1" name="Google Shape;331;p56"/>
          <p:cNvSpPr txBox="1"/>
          <p:nvPr>
            <p:ph idx="1" type="subTitle"/>
          </p:nvPr>
        </p:nvSpPr>
        <p:spPr>
          <a:xfrm>
            <a:off x="979875" y="2402725"/>
            <a:ext cx="2228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32" name="Google Shape;332;p56"/>
          <p:cNvSpPr txBox="1"/>
          <p:nvPr>
            <p:ph idx="3" type="title"/>
          </p:nvPr>
        </p:nvSpPr>
        <p:spPr>
          <a:xfrm>
            <a:off x="3457800" y="1892400"/>
            <a:ext cx="2228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3" name="Google Shape;333;p56"/>
          <p:cNvSpPr txBox="1"/>
          <p:nvPr>
            <p:ph idx="4" type="subTitle"/>
          </p:nvPr>
        </p:nvSpPr>
        <p:spPr>
          <a:xfrm>
            <a:off x="3457800" y="2402725"/>
            <a:ext cx="2228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34" name="Google Shape;334;p56"/>
          <p:cNvSpPr txBox="1"/>
          <p:nvPr>
            <p:ph idx="5" type="title"/>
          </p:nvPr>
        </p:nvSpPr>
        <p:spPr>
          <a:xfrm>
            <a:off x="979875" y="3573450"/>
            <a:ext cx="2228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5" name="Google Shape;335;p56"/>
          <p:cNvSpPr txBox="1"/>
          <p:nvPr>
            <p:ph idx="6" type="subTitle"/>
          </p:nvPr>
        </p:nvSpPr>
        <p:spPr>
          <a:xfrm>
            <a:off x="979875" y="4083775"/>
            <a:ext cx="2228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36" name="Google Shape;336;p56"/>
          <p:cNvSpPr txBox="1"/>
          <p:nvPr>
            <p:ph idx="7" type="title"/>
          </p:nvPr>
        </p:nvSpPr>
        <p:spPr>
          <a:xfrm>
            <a:off x="3457800" y="3573450"/>
            <a:ext cx="2228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7" name="Google Shape;337;p56"/>
          <p:cNvSpPr txBox="1"/>
          <p:nvPr>
            <p:ph idx="8" type="subTitle"/>
          </p:nvPr>
        </p:nvSpPr>
        <p:spPr>
          <a:xfrm>
            <a:off x="3457800" y="4083775"/>
            <a:ext cx="2228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38" name="Google Shape;338;p56"/>
          <p:cNvSpPr txBox="1"/>
          <p:nvPr>
            <p:ph idx="9" type="title"/>
          </p:nvPr>
        </p:nvSpPr>
        <p:spPr>
          <a:xfrm>
            <a:off x="5935425" y="1892400"/>
            <a:ext cx="2228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9" name="Google Shape;339;p56"/>
          <p:cNvSpPr txBox="1"/>
          <p:nvPr>
            <p:ph idx="13" type="subTitle"/>
          </p:nvPr>
        </p:nvSpPr>
        <p:spPr>
          <a:xfrm>
            <a:off x="5935425" y="2402725"/>
            <a:ext cx="222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40" name="Google Shape;340;p56"/>
          <p:cNvSpPr txBox="1"/>
          <p:nvPr>
            <p:ph idx="14" type="title"/>
          </p:nvPr>
        </p:nvSpPr>
        <p:spPr>
          <a:xfrm>
            <a:off x="5935425" y="3573450"/>
            <a:ext cx="2228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1" name="Google Shape;341;p56"/>
          <p:cNvSpPr txBox="1"/>
          <p:nvPr>
            <p:ph idx="15" type="subTitle"/>
          </p:nvPr>
        </p:nvSpPr>
        <p:spPr>
          <a:xfrm>
            <a:off x="5935425" y="4083775"/>
            <a:ext cx="222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42" name="Google Shape;342;p56"/>
          <p:cNvSpPr/>
          <p:nvPr/>
        </p:nvSpPr>
        <p:spPr>
          <a:xfrm>
            <a:off x="-557056" y="-1189037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6"/>
          <p:cNvSpPr/>
          <p:nvPr/>
        </p:nvSpPr>
        <p:spPr>
          <a:xfrm flipH="1">
            <a:off x="6528494" y="-1040612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56"/>
          <p:cNvGrpSpPr/>
          <p:nvPr/>
        </p:nvGrpSpPr>
        <p:grpSpPr>
          <a:xfrm>
            <a:off x="240290" y="68610"/>
            <a:ext cx="8535518" cy="4902188"/>
            <a:chOff x="240290" y="68610"/>
            <a:chExt cx="8535518" cy="4902188"/>
          </a:xfrm>
        </p:grpSpPr>
        <p:grpSp>
          <p:nvGrpSpPr>
            <p:cNvPr id="345" name="Google Shape;345;p56"/>
            <p:cNvGrpSpPr/>
            <p:nvPr/>
          </p:nvGrpSpPr>
          <p:grpSpPr>
            <a:xfrm flipH="1" rot="10800000">
              <a:off x="240290" y="68610"/>
              <a:ext cx="8535518" cy="4902188"/>
              <a:chOff x="240290" y="203735"/>
              <a:chExt cx="8535518" cy="4902188"/>
            </a:xfrm>
          </p:grpSpPr>
          <p:grpSp>
            <p:nvGrpSpPr>
              <p:cNvPr id="346" name="Google Shape;346;p56"/>
              <p:cNvGrpSpPr/>
              <p:nvPr/>
            </p:nvGrpSpPr>
            <p:grpSpPr>
              <a:xfrm>
                <a:off x="3631190" y="203735"/>
                <a:ext cx="5144618" cy="4625000"/>
                <a:chOff x="-4266347" y="2789854"/>
                <a:chExt cx="2845317" cy="2557934"/>
              </a:xfrm>
            </p:grpSpPr>
            <p:sp>
              <p:nvSpPr>
                <p:cNvPr id="347" name="Google Shape;347;p56"/>
                <p:cNvSpPr/>
                <p:nvPr/>
              </p:nvSpPr>
              <p:spPr>
                <a:xfrm>
                  <a:off x="-1502105" y="2873798"/>
                  <a:ext cx="81075" cy="77650"/>
                </a:xfrm>
                <a:custGeom>
                  <a:rect b="b" l="l" r="r" t="t"/>
                  <a:pathLst>
                    <a:path extrusionOk="0" h="3106" w="3243">
                      <a:moveTo>
                        <a:pt x="1618" y="0"/>
                      </a:moveTo>
                      <a:cubicBezTo>
                        <a:pt x="1488" y="0"/>
                        <a:pt x="1359" y="87"/>
                        <a:pt x="1370" y="261"/>
                      </a:cubicBezTo>
                      <a:lnTo>
                        <a:pt x="1370" y="1305"/>
                      </a:lnTo>
                      <a:lnTo>
                        <a:pt x="326" y="1305"/>
                      </a:lnTo>
                      <a:cubicBezTo>
                        <a:pt x="0" y="1305"/>
                        <a:pt x="0" y="1801"/>
                        <a:pt x="326" y="1801"/>
                      </a:cubicBezTo>
                      <a:lnTo>
                        <a:pt x="1370" y="1801"/>
                      </a:lnTo>
                      <a:lnTo>
                        <a:pt x="1370" y="2845"/>
                      </a:lnTo>
                      <a:cubicBezTo>
                        <a:pt x="1359" y="3019"/>
                        <a:pt x="1488" y="3106"/>
                        <a:pt x="1618" y="3106"/>
                      </a:cubicBezTo>
                      <a:cubicBezTo>
                        <a:pt x="1748" y="3106"/>
                        <a:pt x="1877" y="3019"/>
                        <a:pt x="1866" y="2845"/>
                      </a:cubicBezTo>
                      <a:lnTo>
                        <a:pt x="1866" y="1801"/>
                      </a:lnTo>
                      <a:lnTo>
                        <a:pt x="2910" y="1801"/>
                      </a:lnTo>
                      <a:cubicBezTo>
                        <a:pt x="3243" y="1801"/>
                        <a:pt x="3243" y="1305"/>
                        <a:pt x="2910" y="1305"/>
                      </a:cubicBezTo>
                      <a:lnTo>
                        <a:pt x="1866" y="1305"/>
                      </a:lnTo>
                      <a:lnTo>
                        <a:pt x="1866" y="261"/>
                      </a:lnTo>
                      <a:cubicBezTo>
                        <a:pt x="1877" y="87"/>
                        <a:pt x="1748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56"/>
                <p:cNvSpPr/>
                <p:nvPr/>
              </p:nvSpPr>
              <p:spPr>
                <a:xfrm>
                  <a:off x="-2227090" y="5270013"/>
                  <a:ext cx="80925" cy="77775"/>
                </a:xfrm>
                <a:custGeom>
                  <a:rect b="b" l="l" r="r" t="t"/>
                  <a:pathLst>
                    <a:path extrusionOk="0" h="3111" w="3237">
                      <a:moveTo>
                        <a:pt x="1638" y="1"/>
                      </a:moveTo>
                      <a:cubicBezTo>
                        <a:pt x="1509" y="1"/>
                        <a:pt x="1382" y="90"/>
                        <a:pt x="1393" y="267"/>
                      </a:cubicBezTo>
                      <a:lnTo>
                        <a:pt x="1393" y="1311"/>
                      </a:lnTo>
                      <a:lnTo>
                        <a:pt x="349" y="1311"/>
                      </a:lnTo>
                      <a:cubicBezTo>
                        <a:pt x="342" y="1311"/>
                        <a:pt x="334" y="1310"/>
                        <a:pt x="327" y="1310"/>
                      </a:cubicBezTo>
                      <a:cubicBezTo>
                        <a:pt x="1" y="1310"/>
                        <a:pt x="1" y="1800"/>
                        <a:pt x="327" y="1800"/>
                      </a:cubicBezTo>
                      <a:cubicBezTo>
                        <a:pt x="334" y="1800"/>
                        <a:pt x="342" y="1800"/>
                        <a:pt x="349" y="1800"/>
                      </a:cubicBezTo>
                      <a:lnTo>
                        <a:pt x="1393" y="1800"/>
                      </a:lnTo>
                      <a:lnTo>
                        <a:pt x="1393" y="2844"/>
                      </a:lnTo>
                      <a:cubicBezTo>
                        <a:pt x="1382" y="3021"/>
                        <a:pt x="1509" y="3110"/>
                        <a:pt x="1638" y="3110"/>
                      </a:cubicBezTo>
                      <a:cubicBezTo>
                        <a:pt x="1767" y="3110"/>
                        <a:pt x="1896" y="3021"/>
                        <a:pt x="1889" y="2844"/>
                      </a:cubicBezTo>
                      <a:lnTo>
                        <a:pt x="1889" y="1800"/>
                      </a:lnTo>
                      <a:lnTo>
                        <a:pt x="2925" y="1800"/>
                      </a:lnTo>
                      <a:cubicBezTo>
                        <a:pt x="3236" y="1785"/>
                        <a:pt x="3236" y="1326"/>
                        <a:pt x="2925" y="1311"/>
                      </a:cubicBezTo>
                      <a:lnTo>
                        <a:pt x="1889" y="1311"/>
                      </a:lnTo>
                      <a:lnTo>
                        <a:pt x="1889" y="267"/>
                      </a:lnTo>
                      <a:cubicBezTo>
                        <a:pt x="1896" y="90"/>
                        <a:pt x="1767" y="1"/>
                        <a:pt x="16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p56"/>
                <p:cNvSpPr/>
                <p:nvPr/>
              </p:nvSpPr>
              <p:spPr>
                <a:xfrm>
                  <a:off x="-1556150" y="4869147"/>
                  <a:ext cx="54050" cy="46300"/>
                </a:xfrm>
                <a:custGeom>
                  <a:rect b="b" l="l" r="r" t="t"/>
                  <a:pathLst>
                    <a:path extrusionOk="0" h="1852" w="2162">
                      <a:moveTo>
                        <a:pt x="1237" y="497"/>
                      </a:moveTo>
                      <a:cubicBezTo>
                        <a:pt x="1474" y="497"/>
                        <a:pt x="1666" y="689"/>
                        <a:pt x="1666" y="926"/>
                      </a:cubicBezTo>
                      <a:cubicBezTo>
                        <a:pt x="1666" y="1186"/>
                        <a:pt x="1453" y="1358"/>
                        <a:pt x="1233" y="1358"/>
                      </a:cubicBezTo>
                      <a:cubicBezTo>
                        <a:pt x="1127" y="1358"/>
                        <a:pt x="1020" y="1318"/>
                        <a:pt x="933" y="1229"/>
                      </a:cubicBezTo>
                      <a:cubicBezTo>
                        <a:pt x="659" y="963"/>
                        <a:pt x="852" y="497"/>
                        <a:pt x="1237" y="497"/>
                      </a:cubicBezTo>
                      <a:close/>
                      <a:moveTo>
                        <a:pt x="1228" y="1"/>
                      </a:moveTo>
                      <a:cubicBezTo>
                        <a:pt x="1000" y="1"/>
                        <a:pt x="767" y="85"/>
                        <a:pt x="578" y="274"/>
                      </a:cubicBezTo>
                      <a:cubicBezTo>
                        <a:pt x="0" y="852"/>
                        <a:pt x="407" y="1851"/>
                        <a:pt x="1237" y="1851"/>
                      </a:cubicBezTo>
                      <a:cubicBezTo>
                        <a:pt x="1747" y="1851"/>
                        <a:pt x="2162" y="1437"/>
                        <a:pt x="2162" y="926"/>
                      </a:cubicBezTo>
                      <a:cubicBezTo>
                        <a:pt x="2162" y="370"/>
                        <a:pt x="1705" y="1"/>
                        <a:pt x="122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56"/>
                <p:cNvSpPr/>
                <p:nvPr/>
              </p:nvSpPr>
              <p:spPr>
                <a:xfrm>
                  <a:off x="-4266347" y="2789854"/>
                  <a:ext cx="80900" cy="76975"/>
                </a:xfrm>
                <a:custGeom>
                  <a:rect b="b" l="l" r="r" t="t"/>
                  <a:pathLst>
                    <a:path extrusionOk="0" h="3079" w="3236">
                      <a:moveTo>
                        <a:pt x="1637" y="1"/>
                      </a:moveTo>
                      <a:cubicBezTo>
                        <a:pt x="1515" y="1"/>
                        <a:pt x="1392" y="82"/>
                        <a:pt x="1392" y="245"/>
                      </a:cubicBezTo>
                      <a:lnTo>
                        <a:pt x="1392" y="1296"/>
                      </a:lnTo>
                      <a:lnTo>
                        <a:pt x="349" y="1296"/>
                      </a:lnTo>
                      <a:cubicBezTo>
                        <a:pt x="341" y="1296"/>
                        <a:pt x="334" y="1296"/>
                        <a:pt x="327" y="1296"/>
                      </a:cubicBezTo>
                      <a:cubicBezTo>
                        <a:pt x="0" y="1296"/>
                        <a:pt x="0" y="1786"/>
                        <a:pt x="327" y="1786"/>
                      </a:cubicBezTo>
                      <a:cubicBezTo>
                        <a:pt x="334" y="1786"/>
                        <a:pt x="341" y="1785"/>
                        <a:pt x="349" y="1785"/>
                      </a:cubicBezTo>
                      <a:lnTo>
                        <a:pt x="1392" y="1785"/>
                      </a:lnTo>
                      <a:lnTo>
                        <a:pt x="1392" y="2829"/>
                      </a:lnTo>
                      <a:cubicBezTo>
                        <a:pt x="1392" y="2995"/>
                        <a:pt x="1515" y="3079"/>
                        <a:pt x="1637" y="3079"/>
                      </a:cubicBezTo>
                      <a:cubicBezTo>
                        <a:pt x="1759" y="3079"/>
                        <a:pt x="1881" y="2995"/>
                        <a:pt x="1881" y="2829"/>
                      </a:cubicBezTo>
                      <a:lnTo>
                        <a:pt x="1881" y="1785"/>
                      </a:lnTo>
                      <a:lnTo>
                        <a:pt x="2925" y="1785"/>
                      </a:lnTo>
                      <a:cubicBezTo>
                        <a:pt x="3236" y="1763"/>
                        <a:pt x="3236" y="1311"/>
                        <a:pt x="2925" y="1289"/>
                      </a:cubicBezTo>
                      <a:lnTo>
                        <a:pt x="2925" y="1296"/>
                      </a:lnTo>
                      <a:lnTo>
                        <a:pt x="1881" y="1296"/>
                      </a:lnTo>
                      <a:lnTo>
                        <a:pt x="1881" y="245"/>
                      </a:lnTo>
                      <a:cubicBezTo>
                        <a:pt x="1881" y="82"/>
                        <a:pt x="1759" y="1"/>
                        <a:pt x="16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p56"/>
                <p:cNvSpPr/>
                <p:nvPr/>
              </p:nvSpPr>
              <p:spPr>
                <a:xfrm>
                  <a:off x="-3031695" y="2889425"/>
                  <a:ext cx="54250" cy="46400"/>
                </a:xfrm>
                <a:custGeom>
                  <a:rect b="b" l="l" r="r" t="t"/>
                  <a:pathLst>
                    <a:path extrusionOk="0" h="1856" w="2170">
                      <a:moveTo>
                        <a:pt x="1244" y="493"/>
                      </a:moveTo>
                      <a:cubicBezTo>
                        <a:pt x="1481" y="493"/>
                        <a:pt x="1673" y="686"/>
                        <a:pt x="1673" y="930"/>
                      </a:cubicBezTo>
                      <a:cubicBezTo>
                        <a:pt x="1673" y="1190"/>
                        <a:pt x="1461" y="1362"/>
                        <a:pt x="1238" y="1362"/>
                      </a:cubicBezTo>
                      <a:cubicBezTo>
                        <a:pt x="1131" y="1362"/>
                        <a:pt x="1022" y="1322"/>
                        <a:pt x="933" y="1233"/>
                      </a:cubicBezTo>
                      <a:cubicBezTo>
                        <a:pt x="659" y="960"/>
                        <a:pt x="852" y="493"/>
                        <a:pt x="1244" y="493"/>
                      </a:cubicBezTo>
                      <a:close/>
                      <a:moveTo>
                        <a:pt x="1234" y="1"/>
                      </a:moveTo>
                      <a:cubicBezTo>
                        <a:pt x="1006" y="1"/>
                        <a:pt x="774" y="84"/>
                        <a:pt x="585" y="271"/>
                      </a:cubicBezTo>
                      <a:cubicBezTo>
                        <a:pt x="0" y="856"/>
                        <a:pt x="415" y="1855"/>
                        <a:pt x="1244" y="1855"/>
                      </a:cubicBezTo>
                      <a:cubicBezTo>
                        <a:pt x="1755" y="1855"/>
                        <a:pt x="2169" y="1441"/>
                        <a:pt x="2169" y="930"/>
                      </a:cubicBezTo>
                      <a:cubicBezTo>
                        <a:pt x="2169" y="369"/>
                        <a:pt x="1711" y="1"/>
                        <a:pt x="12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2" name="Google Shape;352;p56"/>
              <p:cNvSpPr/>
              <p:nvPr/>
            </p:nvSpPr>
            <p:spPr>
              <a:xfrm>
                <a:off x="3457796" y="4965298"/>
                <a:ext cx="146320" cy="14062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6"/>
              <p:cNvSpPr/>
              <p:nvPr/>
            </p:nvSpPr>
            <p:spPr>
              <a:xfrm>
                <a:off x="240290" y="3352160"/>
                <a:ext cx="146275" cy="139178"/>
              </a:xfrm>
              <a:custGeom>
                <a:rect b="b" l="l" r="r" t="t"/>
                <a:pathLst>
                  <a:path extrusionOk="0" h="3079" w="3236">
                    <a:moveTo>
                      <a:pt x="1637" y="1"/>
                    </a:moveTo>
                    <a:cubicBezTo>
                      <a:pt x="1515" y="1"/>
                      <a:pt x="1392" y="82"/>
                      <a:pt x="1392" y="245"/>
                    </a:cubicBezTo>
                    <a:lnTo>
                      <a:pt x="1392" y="1296"/>
                    </a:lnTo>
                    <a:lnTo>
                      <a:pt x="349" y="1296"/>
                    </a:lnTo>
                    <a:cubicBezTo>
                      <a:pt x="341" y="1296"/>
                      <a:pt x="334" y="1296"/>
                      <a:pt x="327" y="1296"/>
                    </a:cubicBezTo>
                    <a:cubicBezTo>
                      <a:pt x="0" y="1296"/>
                      <a:pt x="0" y="1786"/>
                      <a:pt x="327" y="1786"/>
                    </a:cubicBezTo>
                    <a:cubicBezTo>
                      <a:pt x="334" y="1786"/>
                      <a:pt x="341" y="1785"/>
                      <a:pt x="349" y="1785"/>
                    </a:cubicBezTo>
                    <a:lnTo>
                      <a:pt x="1392" y="1785"/>
                    </a:lnTo>
                    <a:lnTo>
                      <a:pt x="1392" y="2829"/>
                    </a:lnTo>
                    <a:cubicBezTo>
                      <a:pt x="1392" y="2995"/>
                      <a:pt x="1515" y="3079"/>
                      <a:pt x="1637" y="3079"/>
                    </a:cubicBezTo>
                    <a:cubicBezTo>
                      <a:pt x="1759" y="3079"/>
                      <a:pt x="1881" y="2995"/>
                      <a:pt x="1881" y="2829"/>
                    </a:cubicBezTo>
                    <a:lnTo>
                      <a:pt x="1881" y="1785"/>
                    </a:lnTo>
                    <a:lnTo>
                      <a:pt x="2925" y="1785"/>
                    </a:lnTo>
                    <a:cubicBezTo>
                      <a:pt x="3236" y="1763"/>
                      <a:pt x="3236" y="1311"/>
                      <a:pt x="2925" y="1289"/>
                    </a:cubicBezTo>
                    <a:lnTo>
                      <a:pt x="2925" y="1296"/>
                    </a:lnTo>
                    <a:lnTo>
                      <a:pt x="1881" y="1296"/>
                    </a:lnTo>
                    <a:lnTo>
                      <a:pt x="1881" y="245"/>
                    </a:lnTo>
                    <a:cubicBezTo>
                      <a:pt x="1881" y="82"/>
                      <a:pt x="1759" y="1"/>
                      <a:pt x="16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4" name="Google Shape;354;p56"/>
            <p:cNvSpPr/>
            <p:nvPr/>
          </p:nvSpPr>
          <p:spPr>
            <a:xfrm flipH="1" rot="10800000">
              <a:off x="377165" y="3868668"/>
              <a:ext cx="98089" cy="83896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/>
          <p:nvPr/>
        </p:nvSpPr>
        <p:spPr>
          <a:xfrm rot="5400000">
            <a:off x="7467601" y="81148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7"/>
          <p:cNvSpPr/>
          <p:nvPr/>
        </p:nvSpPr>
        <p:spPr>
          <a:xfrm flipH="1">
            <a:off x="8030157" y="4753973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7"/>
          <p:cNvSpPr/>
          <p:nvPr/>
        </p:nvSpPr>
        <p:spPr>
          <a:xfrm flipH="1">
            <a:off x="8779148" y="3381467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7"/>
          <p:cNvSpPr txBox="1"/>
          <p:nvPr>
            <p:ph type="ctrTitle"/>
          </p:nvPr>
        </p:nvSpPr>
        <p:spPr>
          <a:xfrm>
            <a:off x="4423725" y="771525"/>
            <a:ext cx="38589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000"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0" name="Google Shape;360;p57"/>
          <p:cNvSpPr txBox="1"/>
          <p:nvPr>
            <p:ph idx="1" type="subTitle"/>
          </p:nvPr>
        </p:nvSpPr>
        <p:spPr>
          <a:xfrm>
            <a:off x="4423725" y="1606300"/>
            <a:ext cx="38589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1" name="Google Shape;361;p57"/>
          <p:cNvSpPr txBox="1"/>
          <p:nvPr/>
        </p:nvSpPr>
        <p:spPr>
          <a:xfrm>
            <a:off x="4423575" y="3135600"/>
            <a:ext cx="385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CRÉDITS: Ce modèle de présentation a été créé par </a:t>
            </a:r>
            <a:r>
              <a:rPr b="1" i="0" lang="fr" sz="1200" u="none" cap="none" strike="noStrike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2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comprenant des icônes de </a:t>
            </a:r>
            <a:r>
              <a:rPr b="1" i="0" lang="fr" sz="1200" u="none" cap="none" strike="noStrike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2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des infographies et des images de </a:t>
            </a:r>
            <a:r>
              <a:rPr b="1" i="0" lang="fr" sz="1200" u="none" cap="none" strike="noStrike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fr" sz="12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2" name="Google Shape;362;p57"/>
          <p:cNvGrpSpPr/>
          <p:nvPr/>
        </p:nvGrpSpPr>
        <p:grpSpPr>
          <a:xfrm flipH="1">
            <a:off x="483573" y="103988"/>
            <a:ext cx="6651860" cy="1123631"/>
            <a:chOff x="-5349598" y="2818975"/>
            <a:chExt cx="3678923" cy="621443"/>
          </a:xfrm>
        </p:grpSpPr>
        <p:sp>
          <p:nvSpPr>
            <p:cNvPr id="363" name="Google Shape;363;p57"/>
            <p:cNvSpPr/>
            <p:nvPr/>
          </p:nvSpPr>
          <p:spPr>
            <a:xfrm>
              <a:off x="-2518725" y="2818975"/>
              <a:ext cx="81075" cy="77650"/>
            </a:xfrm>
            <a:custGeom>
              <a:rect b="b" l="l" r="r" t="t"/>
              <a:pathLst>
                <a:path extrusionOk="0" h="3106" w="3243">
                  <a:moveTo>
                    <a:pt x="1618" y="0"/>
                  </a:moveTo>
                  <a:cubicBezTo>
                    <a:pt x="1488" y="0"/>
                    <a:pt x="1359" y="87"/>
                    <a:pt x="1370" y="261"/>
                  </a:cubicBezTo>
                  <a:lnTo>
                    <a:pt x="1370" y="1305"/>
                  </a:lnTo>
                  <a:lnTo>
                    <a:pt x="326" y="1305"/>
                  </a:lnTo>
                  <a:cubicBezTo>
                    <a:pt x="0" y="1305"/>
                    <a:pt x="0" y="1801"/>
                    <a:pt x="326" y="1801"/>
                  </a:cubicBezTo>
                  <a:lnTo>
                    <a:pt x="1370" y="1801"/>
                  </a:lnTo>
                  <a:lnTo>
                    <a:pt x="1370" y="2845"/>
                  </a:lnTo>
                  <a:cubicBezTo>
                    <a:pt x="1359" y="3019"/>
                    <a:pt x="1488" y="3106"/>
                    <a:pt x="1618" y="3106"/>
                  </a:cubicBezTo>
                  <a:cubicBezTo>
                    <a:pt x="1748" y="3106"/>
                    <a:pt x="1877" y="3019"/>
                    <a:pt x="1866" y="2845"/>
                  </a:cubicBezTo>
                  <a:lnTo>
                    <a:pt x="1866" y="1801"/>
                  </a:lnTo>
                  <a:lnTo>
                    <a:pt x="2910" y="1801"/>
                  </a:lnTo>
                  <a:cubicBezTo>
                    <a:pt x="3243" y="1801"/>
                    <a:pt x="3243" y="1305"/>
                    <a:pt x="2910" y="1305"/>
                  </a:cubicBezTo>
                  <a:lnTo>
                    <a:pt x="1866" y="1305"/>
                  </a:lnTo>
                  <a:lnTo>
                    <a:pt x="1866" y="261"/>
                  </a:lnTo>
                  <a:cubicBezTo>
                    <a:pt x="1877" y="87"/>
                    <a:pt x="1748" y="0"/>
                    <a:pt x="1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7"/>
            <p:cNvSpPr/>
            <p:nvPr/>
          </p:nvSpPr>
          <p:spPr>
            <a:xfrm>
              <a:off x="-1724725" y="3394118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7"/>
            <p:cNvSpPr/>
            <p:nvPr/>
          </p:nvSpPr>
          <p:spPr>
            <a:xfrm>
              <a:off x="-5349598" y="2931569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"/>
          <p:cNvSpPr/>
          <p:nvPr/>
        </p:nvSpPr>
        <p:spPr>
          <a:xfrm rot="6873750">
            <a:off x="-4819842" y="639399"/>
            <a:ext cx="9695731" cy="5531992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8"/>
          <p:cNvSpPr/>
          <p:nvPr/>
        </p:nvSpPr>
        <p:spPr>
          <a:xfrm rot="-4956612">
            <a:off x="4525380" y="180762"/>
            <a:ext cx="9695705" cy="5531958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p58"/>
          <p:cNvGrpSpPr/>
          <p:nvPr/>
        </p:nvGrpSpPr>
        <p:grpSpPr>
          <a:xfrm>
            <a:off x="377165" y="68610"/>
            <a:ext cx="8398645" cy="4978388"/>
            <a:chOff x="377165" y="68610"/>
            <a:chExt cx="8398645" cy="4978388"/>
          </a:xfrm>
        </p:grpSpPr>
        <p:grpSp>
          <p:nvGrpSpPr>
            <p:cNvPr id="370" name="Google Shape;370;p58"/>
            <p:cNvGrpSpPr/>
            <p:nvPr/>
          </p:nvGrpSpPr>
          <p:grpSpPr>
            <a:xfrm flipH="1" rot="10800000">
              <a:off x="2488190" y="68610"/>
              <a:ext cx="6287620" cy="4978388"/>
              <a:chOff x="2488190" y="127535"/>
              <a:chExt cx="6287620" cy="4978388"/>
            </a:xfrm>
          </p:grpSpPr>
          <p:grpSp>
            <p:nvGrpSpPr>
              <p:cNvPr id="371" name="Google Shape;371;p58"/>
              <p:cNvGrpSpPr/>
              <p:nvPr/>
            </p:nvGrpSpPr>
            <p:grpSpPr>
              <a:xfrm>
                <a:off x="2488190" y="127535"/>
                <a:ext cx="6287620" cy="4701198"/>
                <a:chOff x="-4898503" y="2747711"/>
                <a:chExt cx="3477473" cy="2600077"/>
              </a:xfrm>
            </p:grpSpPr>
            <p:sp>
              <p:nvSpPr>
                <p:cNvPr id="372" name="Google Shape;372;p58"/>
                <p:cNvSpPr/>
                <p:nvPr/>
              </p:nvSpPr>
              <p:spPr>
                <a:xfrm>
                  <a:off x="-1502105" y="2873798"/>
                  <a:ext cx="81075" cy="77650"/>
                </a:xfrm>
                <a:custGeom>
                  <a:rect b="b" l="l" r="r" t="t"/>
                  <a:pathLst>
                    <a:path extrusionOk="0" h="3106" w="3243">
                      <a:moveTo>
                        <a:pt x="1618" y="0"/>
                      </a:moveTo>
                      <a:cubicBezTo>
                        <a:pt x="1488" y="0"/>
                        <a:pt x="1359" y="87"/>
                        <a:pt x="1370" y="261"/>
                      </a:cubicBezTo>
                      <a:lnTo>
                        <a:pt x="1370" y="1305"/>
                      </a:lnTo>
                      <a:lnTo>
                        <a:pt x="326" y="1305"/>
                      </a:lnTo>
                      <a:cubicBezTo>
                        <a:pt x="0" y="1305"/>
                        <a:pt x="0" y="1801"/>
                        <a:pt x="326" y="1801"/>
                      </a:cubicBezTo>
                      <a:lnTo>
                        <a:pt x="1370" y="1801"/>
                      </a:lnTo>
                      <a:lnTo>
                        <a:pt x="1370" y="2845"/>
                      </a:lnTo>
                      <a:cubicBezTo>
                        <a:pt x="1359" y="3019"/>
                        <a:pt x="1488" y="3106"/>
                        <a:pt x="1618" y="3106"/>
                      </a:cubicBezTo>
                      <a:cubicBezTo>
                        <a:pt x="1748" y="3106"/>
                        <a:pt x="1877" y="3019"/>
                        <a:pt x="1866" y="2845"/>
                      </a:cubicBezTo>
                      <a:lnTo>
                        <a:pt x="1866" y="1801"/>
                      </a:lnTo>
                      <a:lnTo>
                        <a:pt x="2910" y="1801"/>
                      </a:lnTo>
                      <a:cubicBezTo>
                        <a:pt x="3243" y="1801"/>
                        <a:pt x="3243" y="1305"/>
                        <a:pt x="2910" y="1305"/>
                      </a:cubicBezTo>
                      <a:lnTo>
                        <a:pt x="1866" y="1305"/>
                      </a:lnTo>
                      <a:lnTo>
                        <a:pt x="1866" y="261"/>
                      </a:lnTo>
                      <a:cubicBezTo>
                        <a:pt x="1877" y="87"/>
                        <a:pt x="1748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" name="Google Shape;373;p58"/>
                <p:cNvSpPr/>
                <p:nvPr/>
              </p:nvSpPr>
              <p:spPr>
                <a:xfrm>
                  <a:off x="-2227090" y="5270013"/>
                  <a:ext cx="80925" cy="77775"/>
                </a:xfrm>
                <a:custGeom>
                  <a:rect b="b" l="l" r="r" t="t"/>
                  <a:pathLst>
                    <a:path extrusionOk="0" h="3111" w="3237">
                      <a:moveTo>
                        <a:pt x="1638" y="1"/>
                      </a:moveTo>
                      <a:cubicBezTo>
                        <a:pt x="1509" y="1"/>
                        <a:pt x="1382" y="90"/>
                        <a:pt x="1393" y="267"/>
                      </a:cubicBezTo>
                      <a:lnTo>
                        <a:pt x="1393" y="1311"/>
                      </a:lnTo>
                      <a:lnTo>
                        <a:pt x="349" y="1311"/>
                      </a:lnTo>
                      <a:cubicBezTo>
                        <a:pt x="342" y="1311"/>
                        <a:pt x="334" y="1310"/>
                        <a:pt x="327" y="1310"/>
                      </a:cubicBezTo>
                      <a:cubicBezTo>
                        <a:pt x="1" y="1310"/>
                        <a:pt x="1" y="1800"/>
                        <a:pt x="327" y="1800"/>
                      </a:cubicBezTo>
                      <a:cubicBezTo>
                        <a:pt x="334" y="1800"/>
                        <a:pt x="342" y="1800"/>
                        <a:pt x="349" y="1800"/>
                      </a:cubicBezTo>
                      <a:lnTo>
                        <a:pt x="1393" y="1800"/>
                      </a:lnTo>
                      <a:lnTo>
                        <a:pt x="1393" y="2844"/>
                      </a:lnTo>
                      <a:cubicBezTo>
                        <a:pt x="1382" y="3021"/>
                        <a:pt x="1509" y="3110"/>
                        <a:pt x="1638" y="3110"/>
                      </a:cubicBezTo>
                      <a:cubicBezTo>
                        <a:pt x="1767" y="3110"/>
                        <a:pt x="1896" y="3021"/>
                        <a:pt x="1889" y="2844"/>
                      </a:cubicBezTo>
                      <a:lnTo>
                        <a:pt x="1889" y="1800"/>
                      </a:lnTo>
                      <a:lnTo>
                        <a:pt x="2925" y="1800"/>
                      </a:lnTo>
                      <a:cubicBezTo>
                        <a:pt x="3236" y="1785"/>
                        <a:pt x="3236" y="1326"/>
                        <a:pt x="2925" y="1311"/>
                      </a:cubicBezTo>
                      <a:lnTo>
                        <a:pt x="1889" y="1311"/>
                      </a:lnTo>
                      <a:lnTo>
                        <a:pt x="1889" y="267"/>
                      </a:lnTo>
                      <a:cubicBezTo>
                        <a:pt x="1896" y="90"/>
                        <a:pt x="1767" y="1"/>
                        <a:pt x="16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" name="Google Shape;374;p58"/>
                <p:cNvSpPr/>
                <p:nvPr/>
              </p:nvSpPr>
              <p:spPr>
                <a:xfrm>
                  <a:off x="-4898503" y="2747711"/>
                  <a:ext cx="80900" cy="76975"/>
                </a:xfrm>
                <a:custGeom>
                  <a:rect b="b" l="l" r="r" t="t"/>
                  <a:pathLst>
                    <a:path extrusionOk="0" h="3079" w="3236">
                      <a:moveTo>
                        <a:pt x="1637" y="1"/>
                      </a:moveTo>
                      <a:cubicBezTo>
                        <a:pt x="1515" y="1"/>
                        <a:pt x="1392" y="82"/>
                        <a:pt x="1392" y="245"/>
                      </a:cubicBezTo>
                      <a:lnTo>
                        <a:pt x="1392" y="1296"/>
                      </a:lnTo>
                      <a:lnTo>
                        <a:pt x="349" y="1296"/>
                      </a:lnTo>
                      <a:cubicBezTo>
                        <a:pt x="341" y="1296"/>
                        <a:pt x="334" y="1296"/>
                        <a:pt x="327" y="1296"/>
                      </a:cubicBezTo>
                      <a:cubicBezTo>
                        <a:pt x="0" y="1296"/>
                        <a:pt x="0" y="1786"/>
                        <a:pt x="327" y="1786"/>
                      </a:cubicBezTo>
                      <a:cubicBezTo>
                        <a:pt x="334" y="1786"/>
                        <a:pt x="341" y="1785"/>
                        <a:pt x="349" y="1785"/>
                      </a:cubicBezTo>
                      <a:lnTo>
                        <a:pt x="1392" y="1785"/>
                      </a:lnTo>
                      <a:lnTo>
                        <a:pt x="1392" y="2829"/>
                      </a:lnTo>
                      <a:cubicBezTo>
                        <a:pt x="1392" y="2995"/>
                        <a:pt x="1515" y="3079"/>
                        <a:pt x="1637" y="3079"/>
                      </a:cubicBezTo>
                      <a:cubicBezTo>
                        <a:pt x="1759" y="3079"/>
                        <a:pt x="1881" y="2995"/>
                        <a:pt x="1881" y="2829"/>
                      </a:cubicBezTo>
                      <a:lnTo>
                        <a:pt x="1881" y="1785"/>
                      </a:lnTo>
                      <a:lnTo>
                        <a:pt x="2925" y="1785"/>
                      </a:lnTo>
                      <a:cubicBezTo>
                        <a:pt x="3236" y="1763"/>
                        <a:pt x="3236" y="1311"/>
                        <a:pt x="2925" y="1289"/>
                      </a:cubicBezTo>
                      <a:lnTo>
                        <a:pt x="2925" y="1296"/>
                      </a:lnTo>
                      <a:lnTo>
                        <a:pt x="1881" y="1296"/>
                      </a:lnTo>
                      <a:lnTo>
                        <a:pt x="1881" y="245"/>
                      </a:lnTo>
                      <a:cubicBezTo>
                        <a:pt x="1881" y="82"/>
                        <a:pt x="1759" y="1"/>
                        <a:pt x="16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58"/>
                <p:cNvSpPr/>
                <p:nvPr/>
              </p:nvSpPr>
              <p:spPr>
                <a:xfrm>
                  <a:off x="-3031695" y="2889425"/>
                  <a:ext cx="54250" cy="46400"/>
                </a:xfrm>
                <a:custGeom>
                  <a:rect b="b" l="l" r="r" t="t"/>
                  <a:pathLst>
                    <a:path extrusionOk="0" h="1856" w="2170">
                      <a:moveTo>
                        <a:pt x="1244" y="493"/>
                      </a:moveTo>
                      <a:cubicBezTo>
                        <a:pt x="1481" y="493"/>
                        <a:pt x="1673" y="686"/>
                        <a:pt x="1673" y="930"/>
                      </a:cubicBezTo>
                      <a:cubicBezTo>
                        <a:pt x="1673" y="1190"/>
                        <a:pt x="1461" y="1362"/>
                        <a:pt x="1238" y="1362"/>
                      </a:cubicBezTo>
                      <a:cubicBezTo>
                        <a:pt x="1131" y="1362"/>
                        <a:pt x="1022" y="1322"/>
                        <a:pt x="933" y="1233"/>
                      </a:cubicBezTo>
                      <a:cubicBezTo>
                        <a:pt x="659" y="960"/>
                        <a:pt x="852" y="493"/>
                        <a:pt x="1244" y="493"/>
                      </a:cubicBezTo>
                      <a:close/>
                      <a:moveTo>
                        <a:pt x="1234" y="1"/>
                      </a:moveTo>
                      <a:cubicBezTo>
                        <a:pt x="1006" y="1"/>
                        <a:pt x="774" y="84"/>
                        <a:pt x="585" y="271"/>
                      </a:cubicBezTo>
                      <a:cubicBezTo>
                        <a:pt x="0" y="856"/>
                        <a:pt x="415" y="1855"/>
                        <a:pt x="1244" y="1855"/>
                      </a:cubicBezTo>
                      <a:cubicBezTo>
                        <a:pt x="1755" y="1855"/>
                        <a:pt x="2169" y="1441"/>
                        <a:pt x="2169" y="930"/>
                      </a:cubicBezTo>
                      <a:cubicBezTo>
                        <a:pt x="2169" y="369"/>
                        <a:pt x="1711" y="1"/>
                        <a:pt x="12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76" name="Google Shape;376;p58"/>
              <p:cNvSpPr/>
              <p:nvPr/>
            </p:nvSpPr>
            <p:spPr>
              <a:xfrm>
                <a:off x="3457796" y="4965298"/>
                <a:ext cx="146320" cy="14062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7" name="Google Shape;377;p58"/>
            <p:cNvSpPr/>
            <p:nvPr/>
          </p:nvSpPr>
          <p:spPr>
            <a:xfrm flipH="1" rot="10800000">
              <a:off x="377165" y="287268"/>
              <a:ext cx="98089" cy="83896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/>
          <p:nvPr/>
        </p:nvSpPr>
        <p:spPr>
          <a:xfrm rot="6873750">
            <a:off x="-4534692" y="-194251"/>
            <a:ext cx="9695731" cy="5531992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9"/>
          <p:cNvSpPr/>
          <p:nvPr/>
        </p:nvSpPr>
        <p:spPr>
          <a:xfrm rot="-1606648">
            <a:off x="5888808" y="3472735"/>
            <a:ext cx="5508682" cy="3142877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9"/>
          <p:cNvSpPr/>
          <p:nvPr/>
        </p:nvSpPr>
        <p:spPr>
          <a:xfrm rot="10800000">
            <a:off x="1509596" y="4813448"/>
            <a:ext cx="146592" cy="140399"/>
          </a:xfrm>
          <a:custGeom>
            <a:rect b="b" l="l" r="r" t="t"/>
            <a:pathLst>
              <a:path extrusionOk="0" h="3106" w="3243">
                <a:moveTo>
                  <a:pt x="1618" y="0"/>
                </a:moveTo>
                <a:cubicBezTo>
                  <a:pt x="1488" y="0"/>
                  <a:pt x="1359" y="87"/>
                  <a:pt x="1370" y="261"/>
                </a:cubicBezTo>
                <a:lnTo>
                  <a:pt x="1370" y="1305"/>
                </a:lnTo>
                <a:lnTo>
                  <a:pt x="326" y="1305"/>
                </a:lnTo>
                <a:cubicBezTo>
                  <a:pt x="0" y="1305"/>
                  <a:pt x="0" y="1801"/>
                  <a:pt x="326" y="1801"/>
                </a:cubicBezTo>
                <a:lnTo>
                  <a:pt x="1370" y="1801"/>
                </a:lnTo>
                <a:lnTo>
                  <a:pt x="1370" y="2845"/>
                </a:lnTo>
                <a:cubicBezTo>
                  <a:pt x="1359" y="3019"/>
                  <a:pt x="1488" y="3106"/>
                  <a:pt x="1618" y="3106"/>
                </a:cubicBezTo>
                <a:cubicBezTo>
                  <a:pt x="1748" y="3106"/>
                  <a:pt x="1877" y="3019"/>
                  <a:pt x="1866" y="2845"/>
                </a:cubicBezTo>
                <a:lnTo>
                  <a:pt x="1866" y="1801"/>
                </a:lnTo>
                <a:lnTo>
                  <a:pt x="2910" y="1801"/>
                </a:lnTo>
                <a:cubicBezTo>
                  <a:pt x="3243" y="1801"/>
                  <a:pt x="3243" y="1305"/>
                  <a:pt x="2910" y="1305"/>
                </a:cubicBezTo>
                <a:lnTo>
                  <a:pt x="1866" y="1305"/>
                </a:lnTo>
                <a:lnTo>
                  <a:pt x="1866" y="261"/>
                </a:lnTo>
                <a:cubicBezTo>
                  <a:pt x="1877" y="87"/>
                  <a:pt x="1748" y="0"/>
                  <a:pt x="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9"/>
          <p:cNvSpPr/>
          <p:nvPr/>
        </p:nvSpPr>
        <p:spPr>
          <a:xfrm rot="10800000">
            <a:off x="5622013" y="4774820"/>
            <a:ext cx="97728" cy="83715"/>
          </a:xfrm>
          <a:custGeom>
            <a:rect b="b" l="l" r="r" t="t"/>
            <a:pathLst>
              <a:path extrusionOk="0" h="1852" w="2162">
                <a:moveTo>
                  <a:pt x="1236" y="497"/>
                </a:moveTo>
                <a:cubicBezTo>
                  <a:pt x="1481" y="497"/>
                  <a:pt x="1673" y="689"/>
                  <a:pt x="1673" y="926"/>
                </a:cubicBezTo>
                <a:cubicBezTo>
                  <a:pt x="1673" y="1186"/>
                  <a:pt x="1460" y="1358"/>
                  <a:pt x="1238" y="1358"/>
                </a:cubicBezTo>
                <a:cubicBezTo>
                  <a:pt x="1131" y="1358"/>
                  <a:pt x="1022" y="1318"/>
                  <a:pt x="933" y="1230"/>
                </a:cubicBezTo>
                <a:cubicBezTo>
                  <a:pt x="659" y="963"/>
                  <a:pt x="851" y="497"/>
                  <a:pt x="1236" y="497"/>
                </a:cubicBezTo>
                <a:close/>
                <a:moveTo>
                  <a:pt x="1233" y="1"/>
                </a:moveTo>
                <a:cubicBezTo>
                  <a:pt x="1006" y="1"/>
                  <a:pt x="774" y="85"/>
                  <a:pt x="585" y="275"/>
                </a:cubicBezTo>
                <a:cubicBezTo>
                  <a:pt x="0" y="859"/>
                  <a:pt x="415" y="1851"/>
                  <a:pt x="1236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8" y="1"/>
                  <a:pt x="12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9"/>
          <p:cNvSpPr/>
          <p:nvPr/>
        </p:nvSpPr>
        <p:spPr>
          <a:xfrm rot="10800000">
            <a:off x="8734362" y="3372350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9"/>
          <p:cNvSpPr/>
          <p:nvPr/>
        </p:nvSpPr>
        <p:spPr>
          <a:xfrm rot="10800000">
            <a:off x="3685178" y="227353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9"/>
          <p:cNvSpPr/>
          <p:nvPr/>
        </p:nvSpPr>
        <p:spPr>
          <a:xfrm rot="10800000">
            <a:off x="7813938" y="199622"/>
            <a:ext cx="146275" cy="139178"/>
          </a:xfrm>
          <a:custGeom>
            <a:rect b="b" l="l" r="r" t="t"/>
            <a:pathLst>
              <a:path extrusionOk="0" h="3079" w="3236">
                <a:moveTo>
                  <a:pt x="1637" y="1"/>
                </a:moveTo>
                <a:cubicBezTo>
                  <a:pt x="1515" y="1"/>
                  <a:pt x="1392" y="82"/>
                  <a:pt x="1392" y="245"/>
                </a:cubicBezTo>
                <a:lnTo>
                  <a:pt x="1392" y="1296"/>
                </a:lnTo>
                <a:lnTo>
                  <a:pt x="349" y="1296"/>
                </a:lnTo>
                <a:cubicBezTo>
                  <a:pt x="341" y="1296"/>
                  <a:pt x="334" y="1296"/>
                  <a:pt x="327" y="1296"/>
                </a:cubicBezTo>
                <a:cubicBezTo>
                  <a:pt x="0" y="1296"/>
                  <a:pt x="0" y="1786"/>
                  <a:pt x="327" y="1786"/>
                </a:cubicBezTo>
                <a:cubicBezTo>
                  <a:pt x="334" y="1786"/>
                  <a:pt x="341" y="1785"/>
                  <a:pt x="349" y="1785"/>
                </a:cubicBezTo>
                <a:lnTo>
                  <a:pt x="1392" y="1785"/>
                </a:lnTo>
                <a:lnTo>
                  <a:pt x="1392" y="2829"/>
                </a:lnTo>
                <a:cubicBezTo>
                  <a:pt x="1392" y="2995"/>
                  <a:pt x="1515" y="3079"/>
                  <a:pt x="1637" y="3079"/>
                </a:cubicBezTo>
                <a:cubicBezTo>
                  <a:pt x="1759" y="3079"/>
                  <a:pt x="1881" y="2995"/>
                  <a:pt x="1881" y="2829"/>
                </a:cubicBezTo>
                <a:lnTo>
                  <a:pt x="1881" y="1785"/>
                </a:lnTo>
                <a:lnTo>
                  <a:pt x="2925" y="1785"/>
                </a:lnTo>
                <a:cubicBezTo>
                  <a:pt x="3236" y="1763"/>
                  <a:pt x="3236" y="1311"/>
                  <a:pt x="2925" y="1289"/>
                </a:cubicBezTo>
                <a:lnTo>
                  <a:pt x="2925" y="1296"/>
                </a:lnTo>
                <a:lnTo>
                  <a:pt x="1881" y="1296"/>
                </a:lnTo>
                <a:lnTo>
                  <a:pt x="1881" y="245"/>
                </a:lnTo>
                <a:cubicBezTo>
                  <a:pt x="1881" y="82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9"/>
          <p:cNvSpPr/>
          <p:nvPr/>
        </p:nvSpPr>
        <p:spPr>
          <a:xfrm rot="10800000">
            <a:off x="1859813" y="199618"/>
            <a:ext cx="147993" cy="139178"/>
          </a:xfrm>
          <a:custGeom>
            <a:rect b="b" l="l" r="r" t="t"/>
            <a:pathLst>
              <a:path extrusionOk="0" h="3079" w="3274">
                <a:moveTo>
                  <a:pt x="1637" y="1"/>
                </a:moveTo>
                <a:cubicBezTo>
                  <a:pt x="1515" y="1"/>
                  <a:pt x="1393" y="84"/>
                  <a:pt x="1393" y="250"/>
                </a:cubicBezTo>
                <a:lnTo>
                  <a:pt x="1393" y="1294"/>
                </a:lnTo>
                <a:lnTo>
                  <a:pt x="349" y="1294"/>
                </a:lnTo>
                <a:cubicBezTo>
                  <a:pt x="342" y="1294"/>
                  <a:pt x="335" y="1294"/>
                  <a:pt x="328" y="1294"/>
                </a:cubicBezTo>
                <a:cubicBezTo>
                  <a:pt x="1" y="1294"/>
                  <a:pt x="1" y="1791"/>
                  <a:pt x="328" y="1791"/>
                </a:cubicBezTo>
                <a:cubicBezTo>
                  <a:pt x="335" y="1791"/>
                  <a:pt x="342" y="1791"/>
                  <a:pt x="349" y="1790"/>
                </a:cubicBezTo>
                <a:lnTo>
                  <a:pt x="1393" y="1790"/>
                </a:lnTo>
                <a:lnTo>
                  <a:pt x="1393" y="2834"/>
                </a:lnTo>
                <a:cubicBezTo>
                  <a:pt x="1393" y="2997"/>
                  <a:pt x="1515" y="3078"/>
                  <a:pt x="1637" y="3078"/>
                </a:cubicBezTo>
                <a:cubicBezTo>
                  <a:pt x="1759" y="3078"/>
                  <a:pt x="1881" y="2997"/>
                  <a:pt x="1881" y="2834"/>
                </a:cubicBezTo>
                <a:lnTo>
                  <a:pt x="1881" y="1790"/>
                </a:lnTo>
                <a:lnTo>
                  <a:pt x="2925" y="1790"/>
                </a:lnTo>
                <a:cubicBezTo>
                  <a:pt x="2932" y="1791"/>
                  <a:pt x="2939" y="1791"/>
                  <a:pt x="2946" y="1791"/>
                </a:cubicBezTo>
                <a:cubicBezTo>
                  <a:pt x="3274" y="1791"/>
                  <a:pt x="3274" y="1294"/>
                  <a:pt x="2946" y="1294"/>
                </a:cubicBezTo>
                <a:cubicBezTo>
                  <a:pt x="2939" y="1294"/>
                  <a:pt x="2932" y="1294"/>
                  <a:pt x="2925" y="1294"/>
                </a:cubicBezTo>
                <a:lnTo>
                  <a:pt x="1881" y="1294"/>
                </a:lnTo>
                <a:lnTo>
                  <a:pt x="1881" y="250"/>
                </a:lnTo>
                <a:cubicBezTo>
                  <a:pt x="1881" y="84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9"/>
          <p:cNvSpPr/>
          <p:nvPr/>
        </p:nvSpPr>
        <p:spPr>
          <a:xfrm rot="10800000">
            <a:off x="8758474" y="856371"/>
            <a:ext cx="98089" cy="83896"/>
          </a:xfrm>
          <a:custGeom>
            <a:rect b="b" l="l" r="r" t="t"/>
            <a:pathLst>
              <a:path extrusionOk="0" h="1856" w="2170">
                <a:moveTo>
                  <a:pt x="1244" y="493"/>
                </a:moveTo>
                <a:cubicBezTo>
                  <a:pt x="1481" y="493"/>
                  <a:pt x="1673" y="686"/>
                  <a:pt x="1673" y="930"/>
                </a:cubicBezTo>
                <a:cubicBezTo>
                  <a:pt x="1673" y="1190"/>
                  <a:pt x="1461" y="1362"/>
                  <a:pt x="1238" y="1362"/>
                </a:cubicBezTo>
                <a:cubicBezTo>
                  <a:pt x="1131" y="1362"/>
                  <a:pt x="1022" y="1322"/>
                  <a:pt x="933" y="1233"/>
                </a:cubicBezTo>
                <a:cubicBezTo>
                  <a:pt x="659" y="960"/>
                  <a:pt x="852" y="493"/>
                  <a:pt x="1244" y="493"/>
                </a:cubicBezTo>
                <a:close/>
                <a:moveTo>
                  <a:pt x="1234" y="1"/>
                </a:moveTo>
                <a:cubicBezTo>
                  <a:pt x="1006" y="1"/>
                  <a:pt x="774" y="84"/>
                  <a:pt x="585" y="271"/>
                </a:cubicBezTo>
                <a:cubicBezTo>
                  <a:pt x="0" y="856"/>
                  <a:pt x="415" y="1855"/>
                  <a:pt x="1244" y="1855"/>
                </a:cubicBezTo>
                <a:cubicBezTo>
                  <a:pt x="1755" y="1855"/>
                  <a:pt x="2169" y="1441"/>
                  <a:pt x="2169" y="930"/>
                </a:cubicBezTo>
                <a:cubicBezTo>
                  <a:pt x="2169" y="369"/>
                  <a:pt x="1711" y="1"/>
                  <a:pt x="1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9"/>
          <p:cNvSpPr/>
          <p:nvPr/>
        </p:nvSpPr>
        <p:spPr>
          <a:xfrm flipH="1">
            <a:off x="8734362" y="198898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59"/>
          <p:cNvGrpSpPr/>
          <p:nvPr/>
        </p:nvGrpSpPr>
        <p:grpSpPr>
          <a:xfrm rot="-9236845">
            <a:off x="-110469" y="3555415"/>
            <a:ext cx="847280" cy="2087763"/>
            <a:chOff x="6288246" y="-2269485"/>
            <a:chExt cx="847271" cy="2087743"/>
          </a:xfrm>
        </p:grpSpPr>
        <p:sp>
          <p:nvSpPr>
            <p:cNvPr id="390" name="Google Shape;390;p59"/>
            <p:cNvSpPr/>
            <p:nvPr/>
          </p:nvSpPr>
          <p:spPr>
            <a:xfrm flipH="1" rot="-6257040">
              <a:off x="6751486" y="-665638"/>
              <a:ext cx="326805" cy="37212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9"/>
            <p:cNvSpPr/>
            <p:nvPr/>
          </p:nvSpPr>
          <p:spPr>
            <a:xfrm flipH="1" rot="-6257040">
              <a:off x="6907408" y="-319749"/>
              <a:ext cx="128701" cy="121351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9"/>
            <p:cNvSpPr/>
            <p:nvPr/>
          </p:nvSpPr>
          <p:spPr>
            <a:xfrm flipH="1" rot="-6257040">
              <a:off x="5971438" y="-1335574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9"/>
            <p:cNvSpPr/>
            <p:nvPr/>
          </p:nvSpPr>
          <p:spPr>
            <a:xfrm flipH="1" rot="-6257040">
              <a:off x="6093377" y="-1366620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9"/>
            <p:cNvSpPr/>
            <p:nvPr/>
          </p:nvSpPr>
          <p:spPr>
            <a:xfrm flipH="1" rot="-6257040">
              <a:off x="5849498" y="-1304528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9"/>
            <p:cNvSpPr/>
            <p:nvPr/>
          </p:nvSpPr>
          <p:spPr>
            <a:xfrm flipH="1" rot="-6257040">
              <a:off x="6493568" y="-2142235"/>
              <a:ext cx="92410" cy="37752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9"/>
            <p:cNvSpPr/>
            <p:nvPr/>
          </p:nvSpPr>
          <p:spPr>
            <a:xfrm flipH="1" rot="-6257040">
              <a:off x="6383844" y="-2299325"/>
              <a:ext cx="231868" cy="37752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0"/>
          <p:cNvSpPr/>
          <p:nvPr/>
        </p:nvSpPr>
        <p:spPr>
          <a:xfrm flipH="1" rot="-6873750">
            <a:off x="4260090" y="-194251"/>
            <a:ext cx="9695731" cy="5531992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0"/>
          <p:cNvSpPr/>
          <p:nvPr/>
        </p:nvSpPr>
        <p:spPr>
          <a:xfrm rot="9193352">
            <a:off x="-2041111" y="-1499315"/>
            <a:ext cx="5508682" cy="3142877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0"/>
          <p:cNvSpPr/>
          <p:nvPr/>
        </p:nvSpPr>
        <p:spPr>
          <a:xfrm>
            <a:off x="7764942" y="198898"/>
            <a:ext cx="146592" cy="140399"/>
          </a:xfrm>
          <a:custGeom>
            <a:rect b="b" l="l" r="r" t="t"/>
            <a:pathLst>
              <a:path extrusionOk="0" h="3106" w="3243">
                <a:moveTo>
                  <a:pt x="1618" y="0"/>
                </a:moveTo>
                <a:cubicBezTo>
                  <a:pt x="1488" y="0"/>
                  <a:pt x="1359" y="87"/>
                  <a:pt x="1370" y="261"/>
                </a:cubicBezTo>
                <a:lnTo>
                  <a:pt x="1370" y="1305"/>
                </a:lnTo>
                <a:lnTo>
                  <a:pt x="326" y="1305"/>
                </a:lnTo>
                <a:cubicBezTo>
                  <a:pt x="0" y="1305"/>
                  <a:pt x="0" y="1801"/>
                  <a:pt x="326" y="1801"/>
                </a:cubicBezTo>
                <a:lnTo>
                  <a:pt x="1370" y="1801"/>
                </a:lnTo>
                <a:lnTo>
                  <a:pt x="1370" y="2845"/>
                </a:lnTo>
                <a:cubicBezTo>
                  <a:pt x="1359" y="3019"/>
                  <a:pt x="1488" y="3106"/>
                  <a:pt x="1618" y="3106"/>
                </a:cubicBezTo>
                <a:cubicBezTo>
                  <a:pt x="1748" y="3106"/>
                  <a:pt x="1877" y="3019"/>
                  <a:pt x="1866" y="2845"/>
                </a:cubicBezTo>
                <a:lnTo>
                  <a:pt x="1866" y="1801"/>
                </a:lnTo>
                <a:lnTo>
                  <a:pt x="2910" y="1801"/>
                </a:lnTo>
                <a:cubicBezTo>
                  <a:pt x="3243" y="1801"/>
                  <a:pt x="3243" y="1305"/>
                  <a:pt x="2910" y="1305"/>
                </a:cubicBezTo>
                <a:lnTo>
                  <a:pt x="1866" y="1305"/>
                </a:lnTo>
                <a:lnTo>
                  <a:pt x="1866" y="261"/>
                </a:lnTo>
                <a:cubicBezTo>
                  <a:pt x="1877" y="87"/>
                  <a:pt x="1748" y="0"/>
                  <a:pt x="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0"/>
          <p:cNvSpPr/>
          <p:nvPr/>
        </p:nvSpPr>
        <p:spPr>
          <a:xfrm>
            <a:off x="3701389" y="294210"/>
            <a:ext cx="97728" cy="83715"/>
          </a:xfrm>
          <a:custGeom>
            <a:rect b="b" l="l" r="r" t="t"/>
            <a:pathLst>
              <a:path extrusionOk="0" h="1852" w="2162">
                <a:moveTo>
                  <a:pt x="1236" y="497"/>
                </a:moveTo>
                <a:cubicBezTo>
                  <a:pt x="1481" y="497"/>
                  <a:pt x="1673" y="689"/>
                  <a:pt x="1673" y="926"/>
                </a:cubicBezTo>
                <a:cubicBezTo>
                  <a:pt x="1673" y="1186"/>
                  <a:pt x="1460" y="1358"/>
                  <a:pt x="1238" y="1358"/>
                </a:cubicBezTo>
                <a:cubicBezTo>
                  <a:pt x="1131" y="1358"/>
                  <a:pt x="1022" y="1318"/>
                  <a:pt x="933" y="1230"/>
                </a:cubicBezTo>
                <a:cubicBezTo>
                  <a:pt x="659" y="963"/>
                  <a:pt x="851" y="497"/>
                  <a:pt x="1236" y="497"/>
                </a:cubicBezTo>
                <a:close/>
                <a:moveTo>
                  <a:pt x="1233" y="1"/>
                </a:moveTo>
                <a:cubicBezTo>
                  <a:pt x="1006" y="1"/>
                  <a:pt x="774" y="85"/>
                  <a:pt x="585" y="275"/>
                </a:cubicBezTo>
                <a:cubicBezTo>
                  <a:pt x="0" y="859"/>
                  <a:pt x="415" y="1851"/>
                  <a:pt x="1236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8" y="1"/>
                  <a:pt x="12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0"/>
          <p:cNvSpPr/>
          <p:nvPr/>
        </p:nvSpPr>
        <p:spPr>
          <a:xfrm>
            <a:off x="292797" y="1525470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0"/>
          <p:cNvSpPr/>
          <p:nvPr/>
        </p:nvSpPr>
        <p:spPr>
          <a:xfrm>
            <a:off x="5638223" y="4841676"/>
            <a:ext cx="97728" cy="83715"/>
          </a:xfrm>
          <a:custGeom>
            <a:rect b="b" l="l" r="r" t="t"/>
            <a:pathLst>
              <a:path extrusionOk="0" h="1852" w="2162">
                <a:moveTo>
                  <a:pt x="1237" y="497"/>
                </a:moveTo>
                <a:cubicBezTo>
                  <a:pt x="1474" y="497"/>
                  <a:pt x="1666" y="689"/>
                  <a:pt x="1666" y="926"/>
                </a:cubicBezTo>
                <a:cubicBezTo>
                  <a:pt x="1666" y="1186"/>
                  <a:pt x="1453" y="1358"/>
                  <a:pt x="1233" y="1358"/>
                </a:cubicBezTo>
                <a:cubicBezTo>
                  <a:pt x="1127" y="1358"/>
                  <a:pt x="1020" y="1318"/>
                  <a:pt x="933" y="1229"/>
                </a:cubicBezTo>
                <a:cubicBezTo>
                  <a:pt x="659" y="963"/>
                  <a:pt x="852" y="497"/>
                  <a:pt x="1237" y="497"/>
                </a:cubicBezTo>
                <a:close/>
                <a:moveTo>
                  <a:pt x="1228" y="1"/>
                </a:moveTo>
                <a:cubicBezTo>
                  <a:pt x="1000" y="1"/>
                  <a:pt x="767" y="85"/>
                  <a:pt x="578" y="274"/>
                </a:cubicBezTo>
                <a:cubicBezTo>
                  <a:pt x="0" y="852"/>
                  <a:pt x="407" y="1851"/>
                  <a:pt x="1237" y="1851"/>
                </a:cubicBezTo>
                <a:cubicBezTo>
                  <a:pt x="1747" y="1851"/>
                  <a:pt x="2162" y="1437"/>
                  <a:pt x="2162" y="926"/>
                </a:cubicBezTo>
                <a:cubicBezTo>
                  <a:pt x="2162" y="370"/>
                  <a:pt x="1705" y="1"/>
                  <a:pt x="12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0"/>
          <p:cNvSpPr/>
          <p:nvPr/>
        </p:nvSpPr>
        <p:spPr>
          <a:xfrm>
            <a:off x="2558778" y="4813945"/>
            <a:ext cx="146275" cy="139178"/>
          </a:xfrm>
          <a:custGeom>
            <a:rect b="b" l="l" r="r" t="t"/>
            <a:pathLst>
              <a:path extrusionOk="0" h="3079" w="3236">
                <a:moveTo>
                  <a:pt x="1637" y="1"/>
                </a:moveTo>
                <a:cubicBezTo>
                  <a:pt x="1515" y="1"/>
                  <a:pt x="1392" y="82"/>
                  <a:pt x="1392" y="245"/>
                </a:cubicBezTo>
                <a:lnTo>
                  <a:pt x="1392" y="1296"/>
                </a:lnTo>
                <a:lnTo>
                  <a:pt x="349" y="1296"/>
                </a:lnTo>
                <a:cubicBezTo>
                  <a:pt x="341" y="1296"/>
                  <a:pt x="334" y="1296"/>
                  <a:pt x="327" y="1296"/>
                </a:cubicBezTo>
                <a:cubicBezTo>
                  <a:pt x="0" y="1296"/>
                  <a:pt x="0" y="1786"/>
                  <a:pt x="327" y="1786"/>
                </a:cubicBezTo>
                <a:cubicBezTo>
                  <a:pt x="334" y="1786"/>
                  <a:pt x="341" y="1785"/>
                  <a:pt x="349" y="1785"/>
                </a:cubicBezTo>
                <a:lnTo>
                  <a:pt x="1392" y="1785"/>
                </a:lnTo>
                <a:lnTo>
                  <a:pt x="1392" y="2829"/>
                </a:lnTo>
                <a:cubicBezTo>
                  <a:pt x="1392" y="2995"/>
                  <a:pt x="1515" y="3079"/>
                  <a:pt x="1637" y="3079"/>
                </a:cubicBezTo>
                <a:cubicBezTo>
                  <a:pt x="1759" y="3079"/>
                  <a:pt x="1881" y="2995"/>
                  <a:pt x="1881" y="2829"/>
                </a:cubicBezTo>
                <a:lnTo>
                  <a:pt x="1881" y="1785"/>
                </a:lnTo>
                <a:lnTo>
                  <a:pt x="2925" y="1785"/>
                </a:lnTo>
                <a:cubicBezTo>
                  <a:pt x="3236" y="1763"/>
                  <a:pt x="3236" y="1311"/>
                  <a:pt x="2925" y="1289"/>
                </a:cubicBezTo>
                <a:lnTo>
                  <a:pt x="2925" y="1296"/>
                </a:lnTo>
                <a:lnTo>
                  <a:pt x="1881" y="1296"/>
                </a:lnTo>
                <a:lnTo>
                  <a:pt x="1881" y="245"/>
                </a:lnTo>
                <a:cubicBezTo>
                  <a:pt x="1881" y="82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0"/>
          <p:cNvSpPr/>
          <p:nvPr/>
        </p:nvSpPr>
        <p:spPr>
          <a:xfrm>
            <a:off x="7413323" y="4813948"/>
            <a:ext cx="147993" cy="139178"/>
          </a:xfrm>
          <a:custGeom>
            <a:rect b="b" l="l" r="r" t="t"/>
            <a:pathLst>
              <a:path extrusionOk="0" h="3079" w="3274">
                <a:moveTo>
                  <a:pt x="1637" y="1"/>
                </a:moveTo>
                <a:cubicBezTo>
                  <a:pt x="1515" y="1"/>
                  <a:pt x="1393" y="84"/>
                  <a:pt x="1393" y="250"/>
                </a:cubicBezTo>
                <a:lnTo>
                  <a:pt x="1393" y="1294"/>
                </a:lnTo>
                <a:lnTo>
                  <a:pt x="349" y="1294"/>
                </a:lnTo>
                <a:cubicBezTo>
                  <a:pt x="342" y="1294"/>
                  <a:pt x="335" y="1294"/>
                  <a:pt x="328" y="1294"/>
                </a:cubicBezTo>
                <a:cubicBezTo>
                  <a:pt x="1" y="1294"/>
                  <a:pt x="1" y="1791"/>
                  <a:pt x="328" y="1791"/>
                </a:cubicBezTo>
                <a:cubicBezTo>
                  <a:pt x="335" y="1791"/>
                  <a:pt x="342" y="1791"/>
                  <a:pt x="349" y="1790"/>
                </a:cubicBezTo>
                <a:lnTo>
                  <a:pt x="1393" y="1790"/>
                </a:lnTo>
                <a:lnTo>
                  <a:pt x="1393" y="2834"/>
                </a:lnTo>
                <a:cubicBezTo>
                  <a:pt x="1393" y="2997"/>
                  <a:pt x="1515" y="3078"/>
                  <a:pt x="1637" y="3078"/>
                </a:cubicBezTo>
                <a:cubicBezTo>
                  <a:pt x="1759" y="3078"/>
                  <a:pt x="1881" y="2997"/>
                  <a:pt x="1881" y="2834"/>
                </a:cubicBezTo>
                <a:lnTo>
                  <a:pt x="1881" y="1790"/>
                </a:lnTo>
                <a:lnTo>
                  <a:pt x="2925" y="1790"/>
                </a:lnTo>
                <a:cubicBezTo>
                  <a:pt x="2932" y="1791"/>
                  <a:pt x="2939" y="1791"/>
                  <a:pt x="2946" y="1791"/>
                </a:cubicBezTo>
                <a:cubicBezTo>
                  <a:pt x="3274" y="1791"/>
                  <a:pt x="3274" y="1294"/>
                  <a:pt x="2946" y="1294"/>
                </a:cubicBezTo>
                <a:cubicBezTo>
                  <a:pt x="2939" y="1294"/>
                  <a:pt x="2932" y="1294"/>
                  <a:pt x="2925" y="1294"/>
                </a:cubicBezTo>
                <a:lnTo>
                  <a:pt x="1881" y="1294"/>
                </a:lnTo>
                <a:lnTo>
                  <a:pt x="1881" y="250"/>
                </a:lnTo>
                <a:cubicBezTo>
                  <a:pt x="1881" y="84"/>
                  <a:pt x="1759" y="1"/>
                  <a:pt x="1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0"/>
          <p:cNvSpPr/>
          <p:nvPr/>
        </p:nvSpPr>
        <p:spPr>
          <a:xfrm>
            <a:off x="564566" y="4212478"/>
            <a:ext cx="98089" cy="83896"/>
          </a:xfrm>
          <a:custGeom>
            <a:rect b="b" l="l" r="r" t="t"/>
            <a:pathLst>
              <a:path extrusionOk="0" h="1856" w="2170">
                <a:moveTo>
                  <a:pt x="1244" y="493"/>
                </a:moveTo>
                <a:cubicBezTo>
                  <a:pt x="1481" y="493"/>
                  <a:pt x="1673" y="686"/>
                  <a:pt x="1673" y="930"/>
                </a:cubicBezTo>
                <a:cubicBezTo>
                  <a:pt x="1673" y="1190"/>
                  <a:pt x="1461" y="1362"/>
                  <a:pt x="1238" y="1362"/>
                </a:cubicBezTo>
                <a:cubicBezTo>
                  <a:pt x="1131" y="1362"/>
                  <a:pt x="1022" y="1322"/>
                  <a:pt x="933" y="1233"/>
                </a:cubicBezTo>
                <a:cubicBezTo>
                  <a:pt x="659" y="960"/>
                  <a:pt x="852" y="493"/>
                  <a:pt x="1244" y="493"/>
                </a:cubicBezTo>
                <a:close/>
                <a:moveTo>
                  <a:pt x="1234" y="1"/>
                </a:moveTo>
                <a:cubicBezTo>
                  <a:pt x="1006" y="1"/>
                  <a:pt x="774" y="84"/>
                  <a:pt x="585" y="271"/>
                </a:cubicBezTo>
                <a:cubicBezTo>
                  <a:pt x="0" y="856"/>
                  <a:pt x="415" y="1855"/>
                  <a:pt x="1244" y="1855"/>
                </a:cubicBezTo>
                <a:cubicBezTo>
                  <a:pt x="1755" y="1855"/>
                  <a:pt x="2169" y="1441"/>
                  <a:pt x="2169" y="930"/>
                </a:cubicBezTo>
                <a:cubicBezTo>
                  <a:pt x="2169" y="369"/>
                  <a:pt x="1711" y="1"/>
                  <a:pt x="1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0"/>
          <p:cNvSpPr/>
          <p:nvPr/>
        </p:nvSpPr>
        <p:spPr>
          <a:xfrm flipH="1" rot="10800000">
            <a:off x="540447" y="4813222"/>
            <a:ext cx="146320" cy="140625"/>
          </a:xfrm>
          <a:custGeom>
            <a:rect b="b" l="l" r="r" t="t"/>
            <a:pathLst>
              <a:path extrusionOk="0" h="3111" w="3237">
                <a:moveTo>
                  <a:pt x="1638" y="1"/>
                </a:moveTo>
                <a:cubicBezTo>
                  <a:pt x="1509" y="1"/>
                  <a:pt x="1382" y="90"/>
                  <a:pt x="1393" y="267"/>
                </a:cubicBezTo>
                <a:lnTo>
                  <a:pt x="1393" y="1311"/>
                </a:lnTo>
                <a:lnTo>
                  <a:pt x="349" y="1311"/>
                </a:lnTo>
                <a:cubicBezTo>
                  <a:pt x="342" y="1311"/>
                  <a:pt x="334" y="1310"/>
                  <a:pt x="327" y="1310"/>
                </a:cubicBezTo>
                <a:cubicBezTo>
                  <a:pt x="1" y="1310"/>
                  <a:pt x="1" y="1800"/>
                  <a:pt x="327" y="1800"/>
                </a:cubicBezTo>
                <a:cubicBezTo>
                  <a:pt x="334" y="1800"/>
                  <a:pt x="342" y="1800"/>
                  <a:pt x="349" y="1800"/>
                </a:cubicBezTo>
                <a:lnTo>
                  <a:pt x="1393" y="1800"/>
                </a:lnTo>
                <a:lnTo>
                  <a:pt x="1393" y="2844"/>
                </a:lnTo>
                <a:cubicBezTo>
                  <a:pt x="1382" y="3021"/>
                  <a:pt x="1509" y="3110"/>
                  <a:pt x="1638" y="3110"/>
                </a:cubicBezTo>
                <a:cubicBezTo>
                  <a:pt x="1767" y="3110"/>
                  <a:pt x="1896" y="3021"/>
                  <a:pt x="1889" y="2844"/>
                </a:cubicBezTo>
                <a:lnTo>
                  <a:pt x="1889" y="1800"/>
                </a:lnTo>
                <a:lnTo>
                  <a:pt x="2925" y="1800"/>
                </a:lnTo>
                <a:cubicBezTo>
                  <a:pt x="3236" y="1785"/>
                  <a:pt x="3236" y="1326"/>
                  <a:pt x="2925" y="1311"/>
                </a:cubicBezTo>
                <a:lnTo>
                  <a:pt x="1889" y="1311"/>
                </a:lnTo>
                <a:lnTo>
                  <a:pt x="1889" y="267"/>
                </a:lnTo>
                <a:cubicBezTo>
                  <a:pt x="1896" y="90"/>
                  <a:pt x="1767" y="1"/>
                  <a:pt x="16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innaker"/>
              <a:buNone/>
              <a:defRPr b="1" i="0" sz="36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●"/>
              <a:defRPr b="0" i="0" sz="1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"/>
          <p:cNvSpPr/>
          <p:nvPr/>
        </p:nvSpPr>
        <p:spPr>
          <a:xfrm rot="-565555">
            <a:off x="1270766" y="869292"/>
            <a:ext cx="9695140" cy="5531999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"/>
          <p:cNvSpPr txBox="1"/>
          <p:nvPr>
            <p:ph type="ctrTitle"/>
          </p:nvPr>
        </p:nvSpPr>
        <p:spPr>
          <a:xfrm>
            <a:off x="342550" y="1589575"/>
            <a:ext cx="51135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600">
                <a:solidFill>
                  <a:srgbClr val="000000"/>
                </a:solidFill>
              </a:rPr>
              <a:t>Bazirano upravljanje</a:t>
            </a:r>
            <a:r>
              <a:rPr lang="fr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600">
                <a:solidFill>
                  <a:srgbClr val="000000"/>
                </a:solidFill>
              </a:rPr>
              <a:t>rasporedom koristeći Clockwise alat</a:t>
            </a:r>
            <a:endParaRPr sz="4400"/>
          </a:p>
        </p:txBody>
      </p:sp>
      <p:sp>
        <p:nvSpPr>
          <p:cNvPr id="414" name="Google Shape;414;p1"/>
          <p:cNvSpPr txBox="1"/>
          <p:nvPr>
            <p:ph idx="1" type="subTitle"/>
          </p:nvPr>
        </p:nvSpPr>
        <p:spPr>
          <a:xfrm>
            <a:off x="489025" y="3976077"/>
            <a:ext cx="38589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Poppins"/>
              <a:buNone/>
            </a:pPr>
            <a:r>
              <a:rPr lang="fr" sz="1100">
                <a:solidFill>
                  <a:srgbClr val="1D1D1D"/>
                </a:solidFill>
                <a:latin typeface="Spinnaker"/>
                <a:ea typeface="Spinnaker"/>
                <a:cs typeface="Spinnaker"/>
                <a:sym typeface="Spinnaker"/>
              </a:rPr>
              <a:t>Akademska 2024/2025. godina</a:t>
            </a:r>
            <a:endParaRPr sz="1100">
              <a:solidFill>
                <a:srgbClr val="1D1D1D"/>
              </a:solidFill>
              <a:latin typeface="Spinnaker"/>
              <a:ea typeface="Spinnaker"/>
              <a:cs typeface="Spinnaker"/>
              <a:sym typeface="Spinnak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415" name="Google Shape;415;p1"/>
          <p:cNvGrpSpPr/>
          <p:nvPr/>
        </p:nvGrpSpPr>
        <p:grpSpPr>
          <a:xfrm>
            <a:off x="2774788" y="610504"/>
            <a:ext cx="5549638" cy="865431"/>
            <a:chOff x="-4739995" y="3014825"/>
            <a:chExt cx="3069320" cy="478641"/>
          </a:xfrm>
        </p:grpSpPr>
        <p:sp>
          <p:nvSpPr>
            <p:cNvPr id="416" name="Google Shape;416;p1"/>
            <p:cNvSpPr/>
            <p:nvPr/>
          </p:nvSpPr>
          <p:spPr>
            <a:xfrm>
              <a:off x="-4739995" y="3035397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-1805653" y="3415691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-1724725" y="3014825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-3167625" y="3179725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1"/>
          <p:cNvGrpSpPr/>
          <p:nvPr/>
        </p:nvGrpSpPr>
        <p:grpSpPr>
          <a:xfrm>
            <a:off x="5262905" y="1222164"/>
            <a:ext cx="3223733" cy="2351121"/>
            <a:chOff x="4962897" y="1433675"/>
            <a:chExt cx="3038105" cy="2215740"/>
          </a:xfrm>
        </p:grpSpPr>
        <p:sp>
          <p:nvSpPr>
            <p:cNvPr id="421" name="Google Shape;421;p1"/>
            <p:cNvSpPr/>
            <p:nvPr/>
          </p:nvSpPr>
          <p:spPr>
            <a:xfrm>
              <a:off x="4962897" y="3386739"/>
              <a:ext cx="3038105" cy="262676"/>
            </a:xfrm>
            <a:custGeom>
              <a:rect b="b" l="l" r="r" t="t"/>
              <a:pathLst>
                <a:path extrusionOk="0" h="9700" w="112190">
                  <a:moveTo>
                    <a:pt x="56769" y="1"/>
                  </a:moveTo>
                  <a:cubicBezTo>
                    <a:pt x="26156" y="1"/>
                    <a:pt x="1" y="1"/>
                    <a:pt x="1341" y="5235"/>
                  </a:cubicBezTo>
                  <a:cubicBezTo>
                    <a:pt x="2073" y="8078"/>
                    <a:pt x="26156" y="9699"/>
                    <a:pt x="56769" y="9699"/>
                  </a:cubicBezTo>
                  <a:cubicBezTo>
                    <a:pt x="87374" y="9699"/>
                    <a:pt x="112189" y="8122"/>
                    <a:pt x="112189" y="5235"/>
                  </a:cubicBezTo>
                  <a:cubicBezTo>
                    <a:pt x="112189" y="1"/>
                    <a:pt x="87374" y="1"/>
                    <a:pt x="5676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"/>
            <p:cNvSpPr/>
            <p:nvPr/>
          </p:nvSpPr>
          <p:spPr>
            <a:xfrm>
              <a:off x="5234000" y="1509712"/>
              <a:ext cx="2552700" cy="2019900"/>
            </a:xfrm>
            <a:prstGeom prst="roundRect">
              <a:avLst>
                <a:gd fmla="val 966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3" name="Google Shape;423;p1"/>
            <p:cNvGrpSpPr/>
            <p:nvPr/>
          </p:nvGrpSpPr>
          <p:grpSpPr>
            <a:xfrm>
              <a:off x="5220726" y="1433675"/>
              <a:ext cx="2591204" cy="2118685"/>
              <a:chOff x="2385200" y="6144925"/>
              <a:chExt cx="2392175" cy="1955950"/>
            </a:xfrm>
          </p:grpSpPr>
          <p:sp>
            <p:nvSpPr>
              <p:cNvPr id="424" name="Google Shape;424;p1"/>
              <p:cNvSpPr/>
              <p:nvPr/>
            </p:nvSpPr>
            <p:spPr>
              <a:xfrm>
                <a:off x="2403150" y="6221750"/>
                <a:ext cx="2356475" cy="332800"/>
              </a:xfrm>
              <a:custGeom>
                <a:rect b="b" l="l" r="r" t="t"/>
                <a:pathLst>
                  <a:path extrusionOk="0" h="13312" w="94259">
                    <a:moveTo>
                      <a:pt x="6456" y="0"/>
                    </a:moveTo>
                    <a:cubicBezTo>
                      <a:pt x="2887" y="0"/>
                      <a:pt x="0" y="2895"/>
                      <a:pt x="0" y="6463"/>
                    </a:cubicBezTo>
                    <a:lnTo>
                      <a:pt x="0" y="13311"/>
                    </a:lnTo>
                    <a:lnTo>
                      <a:pt x="94258" y="13311"/>
                    </a:lnTo>
                    <a:lnTo>
                      <a:pt x="94258" y="6463"/>
                    </a:lnTo>
                    <a:cubicBezTo>
                      <a:pt x="94258" y="2895"/>
                      <a:pt x="91364" y="0"/>
                      <a:pt x="878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"/>
              <p:cNvSpPr/>
              <p:nvPr/>
            </p:nvSpPr>
            <p:spPr>
              <a:xfrm>
                <a:off x="3155675" y="6701275"/>
                <a:ext cx="275975" cy="199550"/>
              </a:xfrm>
              <a:custGeom>
                <a:rect b="b" l="l" r="r" t="t"/>
                <a:pathLst>
                  <a:path extrusionOk="0" h="7982" w="11039">
                    <a:moveTo>
                      <a:pt x="1" y="1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"/>
              <p:cNvSpPr/>
              <p:nvPr/>
            </p:nvSpPr>
            <p:spPr>
              <a:xfrm>
                <a:off x="3459950" y="6701275"/>
                <a:ext cx="276175" cy="199550"/>
              </a:xfrm>
              <a:custGeom>
                <a:rect b="b" l="l" r="r" t="t"/>
                <a:pathLst>
                  <a:path extrusionOk="0" h="7982" w="11047">
                    <a:moveTo>
                      <a:pt x="1" y="1"/>
                    </a:moveTo>
                    <a:lnTo>
                      <a:pt x="1" y="7981"/>
                    </a:lnTo>
                    <a:lnTo>
                      <a:pt x="11046" y="7981"/>
                    </a:lnTo>
                    <a:lnTo>
                      <a:pt x="110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"/>
              <p:cNvSpPr/>
              <p:nvPr/>
            </p:nvSpPr>
            <p:spPr>
              <a:xfrm>
                <a:off x="4372950" y="6701275"/>
                <a:ext cx="276000" cy="199550"/>
              </a:xfrm>
              <a:custGeom>
                <a:rect b="b" l="l" r="r" t="t"/>
                <a:pathLst>
                  <a:path extrusionOk="0" h="7982" w="11040">
                    <a:moveTo>
                      <a:pt x="1" y="1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"/>
              <p:cNvSpPr/>
              <p:nvPr/>
            </p:nvSpPr>
            <p:spPr>
              <a:xfrm>
                <a:off x="3764425" y="6701275"/>
                <a:ext cx="275975" cy="199550"/>
              </a:xfrm>
              <a:custGeom>
                <a:rect b="b" l="l" r="r" t="t"/>
                <a:pathLst>
                  <a:path extrusionOk="0" h="7982" w="11039">
                    <a:moveTo>
                      <a:pt x="0" y="1"/>
                    </a:moveTo>
                    <a:lnTo>
                      <a:pt x="0" y="7981"/>
                    </a:lnTo>
                    <a:lnTo>
                      <a:pt x="11038" y="7981"/>
                    </a:lnTo>
                    <a:lnTo>
                      <a:pt x="110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"/>
              <p:cNvSpPr/>
              <p:nvPr/>
            </p:nvSpPr>
            <p:spPr>
              <a:xfrm>
                <a:off x="4068675" y="6701275"/>
                <a:ext cx="276000" cy="199550"/>
              </a:xfrm>
              <a:custGeom>
                <a:rect b="b" l="l" r="r" t="t"/>
                <a:pathLst>
                  <a:path extrusionOk="0" h="7982" w="11040">
                    <a:moveTo>
                      <a:pt x="1" y="1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"/>
              <p:cNvSpPr/>
              <p:nvPr/>
            </p:nvSpPr>
            <p:spPr>
              <a:xfrm>
                <a:off x="2547125" y="6938375"/>
                <a:ext cx="276000" cy="199525"/>
              </a:xfrm>
              <a:custGeom>
                <a:rect b="b" l="l" r="r" t="t"/>
                <a:pathLst>
                  <a:path extrusionOk="0" h="7981" w="11040">
                    <a:moveTo>
                      <a:pt x="1" y="0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"/>
              <p:cNvSpPr/>
              <p:nvPr/>
            </p:nvSpPr>
            <p:spPr>
              <a:xfrm>
                <a:off x="3155675" y="6938375"/>
                <a:ext cx="275975" cy="199525"/>
              </a:xfrm>
              <a:custGeom>
                <a:rect b="b" l="l" r="r" t="t"/>
                <a:pathLst>
                  <a:path extrusionOk="0" h="7981" w="11039">
                    <a:moveTo>
                      <a:pt x="1" y="0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"/>
              <p:cNvSpPr/>
              <p:nvPr/>
            </p:nvSpPr>
            <p:spPr>
              <a:xfrm>
                <a:off x="3459950" y="6938375"/>
                <a:ext cx="276175" cy="199525"/>
              </a:xfrm>
              <a:custGeom>
                <a:rect b="b" l="l" r="r" t="t"/>
                <a:pathLst>
                  <a:path extrusionOk="0" h="7981" w="11047">
                    <a:moveTo>
                      <a:pt x="1" y="0"/>
                    </a:moveTo>
                    <a:lnTo>
                      <a:pt x="1" y="7981"/>
                    </a:lnTo>
                    <a:lnTo>
                      <a:pt x="11046" y="7981"/>
                    </a:lnTo>
                    <a:lnTo>
                      <a:pt x="110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"/>
              <p:cNvSpPr/>
              <p:nvPr/>
            </p:nvSpPr>
            <p:spPr>
              <a:xfrm>
                <a:off x="4372950" y="6938375"/>
                <a:ext cx="276000" cy="199525"/>
              </a:xfrm>
              <a:custGeom>
                <a:rect b="b" l="l" r="r" t="t"/>
                <a:pathLst>
                  <a:path extrusionOk="0" h="7981" w="11040">
                    <a:moveTo>
                      <a:pt x="1" y="0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"/>
              <p:cNvSpPr/>
              <p:nvPr/>
            </p:nvSpPr>
            <p:spPr>
              <a:xfrm>
                <a:off x="4068675" y="6938375"/>
                <a:ext cx="276000" cy="199525"/>
              </a:xfrm>
              <a:custGeom>
                <a:rect b="b" l="l" r="r" t="t"/>
                <a:pathLst>
                  <a:path extrusionOk="0" h="7981" w="11040">
                    <a:moveTo>
                      <a:pt x="1" y="0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"/>
              <p:cNvSpPr/>
              <p:nvPr/>
            </p:nvSpPr>
            <p:spPr>
              <a:xfrm>
                <a:off x="2547125" y="7175450"/>
                <a:ext cx="276000" cy="199725"/>
              </a:xfrm>
              <a:custGeom>
                <a:rect b="b" l="l" r="r" t="t"/>
                <a:pathLst>
                  <a:path extrusionOk="0" h="7989" w="11040">
                    <a:moveTo>
                      <a:pt x="1" y="1"/>
                    </a:moveTo>
                    <a:lnTo>
                      <a:pt x="1" y="7989"/>
                    </a:lnTo>
                    <a:lnTo>
                      <a:pt x="11039" y="7989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"/>
              <p:cNvSpPr/>
              <p:nvPr/>
            </p:nvSpPr>
            <p:spPr>
              <a:xfrm>
                <a:off x="2851400" y="7175450"/>
                <a:ext cx="276000" cy="199725"/>
              </a:xfrm>
              <a:custGeom>
                <a:rect b="b" l="l" r="r" t="t"/>
                <a:pathLst>
                  <a:path extrusionOk="0" h="7989" w="11040">
                    <a:moveTo>
                      <a:pt x="1" y="1"/>
                    </a:moveTo>
                    <a:lnTo>
                      <a:pt x="1" y="7989"/>
                    </a:lnTo>
                    <a:lnTo>
                      <a:pt x="11039" y="7989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"/>
              <p:cNvSpPr/>
              <p:nvPr/>
            </p:nvSpPr>
            <p:spPr>
              <a:xfrm>
                <a:off x="3459950" y="7175450"/>
                <a:ext cx="276175" cy="199725"/>
              </a:xfrm>
              <a:custGeom>
                <a:rect b="b" l="l" r="r" t="t"/>
                <a:pathLst>
                  <a:path extrusionOk="0" h="7989" w="11047">
                    <a:moveTo>
                      <a:pt x="1" y="1"/>
                    </a:moveTo>
                    <a:lnTo>
                      <a:pt x="1" y="7989"/>
                    </a:lnTo>
                    <a:lnTo>
                      <a:pt x="11046" y="7989"/>
                    </a:lnTo>
                    <a:lnTo>
                      <a:pt x="110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"/>
              <p:cNvSpPr/>
              <p:nvPr/>
            </p:nvSpPr>
            <p:spPr>
              <a:xfrm>
                <a:off x="4372950" y="7175450"/>
                <a:ext cx="276000" cy="199725"/>
              </a:xfrm>
              <a:custGeom>
                <a:rect b="b" l="l" r="r" t="t"/>
                <a:pathLst>
                  <a:path extrusionOk="0" h="7989" w="11040">
                    <a:moveTo>
                      <a:pt x="1" y="1"/>
                    </a:moveTo>
                    <a:lnTo>
                      <a:pt x="1" y="7989"/>
                    </a:lnTo>
                    <a:lnTo>
                      <a:pt x="11039" y="7989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"/>
              <p:cNvSpPr/>
              <p:nvPr/>
            </p:nvSpPr>
            <p:spPr>
              <a:xfrm>
                <a:off x="3764425" y="7175450"/>
                <a:ext cx="275975" cy="199725"/>
              </a:xfrm>
              <a:custGeom>
                <a:rect b="b" l="l" r="r" t="t"/>
                <a:pathLst>
                  <a:path extrusionOk="0" h="7989" w="11039">
                    <a:moveTo>
                      <a:pt x="0" y="1"/>
                    </a:moveTo>
                    <a:lnTo>
                      <a:pt x="0" y="7989"/>
                    </a:lnTo>
                    <a:lnTo>
                      <a:pt x="11038" y="7989"/>
                    </a:lnTo>
                    <a:lnTo>
                      <a:pt x="110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"/>
              <p:cNvSpPr/>
              <p:nvPr/>
            </p:nvSpPr>
            <p:spPr>
              <a:xfrm>
                <a:off x="4068675" y="7175450"/>
                <a:ext cx="276000" cy="199725"/>
              </a:xfrm>
              <a:custGeom>
                <a:rect b="b" l="l" r="r" t="t"/>
                <a:pathLst>
                  <a:path extrusionOk="0" h="7989" w="11040">
                    <a:moveTo>
                      <a:pt x="1" y="1"/>
                    </a:moveTo>
                    <a:lnTo>
                      <a:pt x="1" y="7989"/>
                    </a:lnTo>
                    <a:lnTo>
                      <a:pt x="11039" y="7989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"/>
              <p:cNvSpPr/>
              <p:nvPr/>
            </p:nvSpPr>
            <p:spPr>
              <a:xfrm>
                <a:off x="2547125" y="7412550"/>
                <a:ext cx="276000" cy="199725"/>
              </a:xfrm>
              <a:custGeom>
                <a:rect b="b" l="l" r="r" t="t"/>
                <a:pathLst>
                  <a:path extrusionOk="0" h="7989" w="11040">
                    <a:moveTo>
                      <a:pt x="1" y="0"/>
                    </a:moveTo>
                    <a:lnTo>
                      <a:pt x="1" y="7988"/>
                    </a:lnTo>
                    <a:lnTo>
                      <a:pt x="11039" y="7988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"/>
              <p:cNvSpPr/>
              <p:nvPr/>
            </p:nvSpPr>
            <p:spPr>
              <a:xfrm>
                <a:off x="3155675" y="7412550"/>
                <a:ext cx="275975" cy="199725"/>
              </a:xfrm>
              <a:custGeom>
                <a:rect b="b" l="l" r="r" t="t"/>
                <a:pathLst>
                  <a:path extrusionOk="0" h="7989" w="11039">
                    <a:moveTo>
                      <a:pt x="1" y="0"/>
                    </a:moveTo>
                    <a:lnTo>
                      <a:pt x="1" y="7988"/>
                    </a:lnTo>
                    <a:lnTo>
                      <a:pt x="11039" y="7988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"/>
              <p:cNvSpPr/>
              <p:nvPr/>
            </p:nvSpPr>
            <p:spPr>
              <a:xfrm>
                <a:off x="3459950" y="7412550"/>
                <a:ext cx="276175" cy="199725"/>
              </a:xfrm>
              <a:custGeom>
                <a:rect b="b" l="l" r="r" t="t"/>
                <a:pathLst>
                  <a:path extrusionOk="0" h="7989" w="11047">
                    <a:moveTo>
                      <a:pt x="1" y="0"/>
                    </a:moveTo>
                    <a:lnTo>
                      <a:pt x="1" y="7988"/>
                    </a:lnTo>
                    <a:lnTo>
                      <a:pt x="11046" y="7988"/>
                    </a:lnTo>
                    <a:lnTo>
                      <a:pt x="110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"/>
              <p:cNvSpPr/>
              <p:nvPr/>
            </p:nvSpPr>
            <p:spPr>
              <a:xfrm>
                <a:off x="4372950" y="7412550"/>
                <a:ext cx="276000" cy="199725"/>
              </a:xfrm>
              <a:custGeom>
                <a:rect b="b" l="l" r="r" t="t"/>
                <a:pathLst>
                  <a:path extrusionOk="0" h="7989" w="11040">
                    <a:moveTo>
                      <a:pt x="1" y="0"/>
                    </a:moveTo>
                    <a:lnTo>
                      <a:pt x="1" y="7988"/>
                    </a:lnTo>
                    <a:lnTo>
                      <a:pt x="11039" y="7988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rgbClr val="744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"/>
              <p:cNvSpPr/>
              <p:nvPr/>
            </p:nvSpPr>
            <p:spPr>
              <a:xfrm>
                <a:off x="3764425" y="7412550"/>
                <a:ext cx="275975" cy="199725"/>
              </a:xfrm>
              <a:custGeom>
                <a:rect b="b" l="l" r="r" t="t"/>
                <a:pathLst>
                  <a:path extrusionOk="0" h="7989" w="11039">
                    <a:moveTo>
                      <a:pt x="0" y="0"/>
                    </a:moveTo>
                    <a:lnTo>
                      <a:pt x="0" y="7988"/>
                    </a:lnTo>
                    <a:lnTo>
                      <a:pt x="11038" y="7988"/>
                    </a:lnTo>
                    <a:lnTo>
                      <a:pt x="110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"/>
              <p:cNvSpPr/>
              <p:nvPr/>
            </p:nvSpPr>
            <p:spPr>
              <a:xfrm>
                <a:off x="4068675" y="7412550"/>
                <a:ext cx="276000" cy="199725"/>
              </a:xfrm>
              <a:custGeom>
                <a:rect b="b" l="l" r="r" t="t"/>
                <a:pathLst>
                  <a:path extrusionOk="0" h="7989" w="11040">
                    <a:moveTo>
                      <a:pt x="1" y="0"/>
                    </a:moveTo>
                    <a:lnTo>
                      <a:pt x="1" y="7988"/>
                    </a:lnTo>
                    <a:lnTo>
                      <a:pt x="11039" y="7988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"/>
              <p:cNvSpPr/>
              <p:nvPr/>
            </p:nvSpPr>
            <p:spPr>
              <a:xfrm>
                <a:off x="2547125" y="7649825"/>
                <a:ext cx="276000" cy="199525"/>
              </a:xfrm>
              <a:custGeom>
                <a:rect b="b" l="l" r="r" t="t"/>
                <a:pathLst>
                  <a:path extrusionOk="0" h="7981" w="11040">
                    <a:moveTo>
                      <a:pt x="1" y="0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"/>
              <p:cNvSpPr/>
              <p:nvPr/>
            </p:nvSpPr>
            <p:spPr>
              <a:xfrm>
                <a:off x="3155675" y="7649825"/>
                <a:ext cx="275975" cy="199525"/>
              </a:xfrm>
              <a:custGeom>
                <a:rect b="b" l="l" r="r" t="t"/>
                <a:pathLst>
                  <a:path extrusionOk="0" h="7981" w="11039">
                    <a:moveTo>
                      <a:pt x="1" y="0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"/>
              <p:cNvSpPr/>
              <p:nvPr/>
            </p:nvSpPr>
            <p:spPr>
              <a:xfrm>
                <a:off x="3459950" y="7649825"/>
                <a:ext cx="276175" cy="199525"/>
              </a:xfrm>
              <a:custGeom>
                <a:rect b="b" l="l" r="r" t="t"/>
                <a:pathLst>
                  <a:path extrusionOk="0" h="7981" w="11047">
                    <a:moveTo>
                      <a:pt x="1" y="0"/>
                    </a:moveTo>
                    <a:lnTo>
                      <a:pt x="1" y="7981"/>
                    </a:lnTo>
                    <a:lnTo>
                      <a:pt x="11046" y="7981"/>
                    </a:lnTo>
                    <a:lnTo>
                      <a:pt x="110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"/>
              <p:cNvSpPr/>
              <p:nvPr/>
            </p:nvSpPr>
            <p:spPr>
              <a:xfrm>
                <a:off x="2851600" y="6938550"/>
                <a:ext cx="275975" cy="199550"/>
              </a:xfrm>
              <a:custGeom>
                <a:rect b="b" l="l" r="r" t="t"/>
                <a:pathLst>
                  <a:path extrusionOk="0" h="7982" w="11039">
                    <a:moveTo>
                      <a:pt x="0" y="1"/>
                    </a:moveTo>
                    <a:lnTo>
                      <a:pt x="0" y="7981"/>
                    </a:lnTo>
                    <a:lnTo>
                      <a:pt x="11038" y="7981"/>
                    </a:lnTo>
                    <a:lnTo>
                      <a:pt x="110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"/>
              <p:cNvSpPr/>
              <p:nvPr/>
            </p:nvSpPr>
            <p:spPr>
              <a:xfrm>
                <a:off x="2936700" y="6990225"/>
                <a:ext cx="105150" cy="96050"/>
              </a:xfrm>
              <a:custGeom>
                <a:rect b="b" l="l" r="r" t="t"/>
                <a:pathLst>
                  <a:path extrusionOk="0" h="3842" w="4206">
                    <a:moveTo>
                      <a:pt x="3719" y="0"/>
                    </a:moveTo>
                    <a:cubicBezTo>
                      <a:pt x="3610" y="0"/>
                      <a:pt x="3499" y="52"/>
                      <a:pt x="3422" y="177"/>
                    </a:cubicBezTo>
                    <a:lnTo>
                      <a:pt x="1808" y="2872"/>
                    </a:lnTo>
                    <a:lnTo>
                      <a:pt x="779" y="1650"/>
                    </a:lnTo>
                    <a:cubicBezTo>
                      <a:pt x="699" y="1557"/>
                      <a:pt x="603" y="1518"/>
                      <a:pt x="510" y="1518"/>
                    </a:cubicBezTo>
                    <a:cubicBezTo>
                      <a:pt x="243" y="1518"/>
                      <a:pt x="0" y="1840"/>
                      <a:pt x="231" y="2109"/>
                    </a:cubicBezTo>
                    <a:lnTo>
                      <a:pt x="1579" y="3716"/>
                    </a:lnTo>
                    <a:cubicBezTo>
                      <a:pt x="1653" y="3797"/>
                      <a:pt x="1749" y="3842"/>
                      <a:pt x="1853" y="3842"/>
                    </a:cubicBezTo>
                    <a:lnTo>
                      <a:pt x="1882" y="3842"/>
                    </a:lnTo>
                    <a:cubicBezTo>
                      <a:pt x="1993" y="3827"/>
                      <a:pt x="2097" y="3767"/>
                      <a:pt x="2163" y="3671"/>
                    </a:cubicBezTo>
                    <a:lnTo>
                      <a:pt x="4037" y="547"/>
                    </a:lnTo>
                    <a:cubicBezTo>
                      <a:pt x="4206" y="265"/>
                      <a:pt x="3966" y="0"/>
                      <a:pt x="3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"/>
              <p:cNvSpPr/>
              <p:nvPr/>
            </p:nvSpPr>
            <p:spPr>
              <a:xfrm>
                <a:off x="3155500" y="7176025"/>
                <a:ext cx="275975" cy="199525"/>
              </a:xfrm>
              <a:custGeom>
                <a:rect b="b" l="l" r="r" t="t"/>
                <a:pathLst>
                  <a:path extrusionOk="0" h="7981" w="11039">
                    <a:moveTo>
                      <a:pt x="0" y="0"/>
                    </a:moveTo>
                    <a:lnTo>
                      <a:pt x="0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"/>
              <p:cNvSpPr/>
              <p:nvPr/>
            </p:nvSpPr>
            <p:spPr>
              <a:xfrm>
                <a:off x="3240750" y="7227675"/>
                <a:ext cx="105000" cy="96050"/>
              </a:xfrm>
              <a:custGeom>
                <a:rect b="b" l="l" r="r" t="t"/>
                <a:pathLst>
                  <a:path extrusionOk="0" h="3842" w="4200">
                    <a:moveTo>
                      <a:pt x="3710" y="1"/>
                    </a:moveTo>
                    <a:cubicBezTo>
                      <a:pt x="3601" y="1"/>
                      <a:pt x="3491" y="52"/>
                      <a:pt x="3416" y="177"/>
                    </a:cubicBezTo>
                    <a:lnTo>
                      <a:pt x="1802" y="2872"/>
                    </a:lnTo>
                    <a:lnTo>
                      <a:pt x="773" y="1650"/>
                    </a:lnTo>
                    <a:cubicBezTo>
                      <a:pt x="693" y="1557"/>
                      <a:pt x="598" y="1518"/>
                      <a:pt x="505" y="1518"/>
                    </a:cubicBezTo>
                    <a:cubicBezTo>
                      <a:pt x="240" y="1518"/>
                      <a:pt x="0" y="1840"/>
                      <a:pt x="225" y="2109"/>
                    </a:cubicBezTo>
                    <a:lnTo>
                      <a:pt x="1580" y="3716"/>
                    </a:lnTo>
                    <a:cubicBezTo>
                      <a:pt x="1647" y="3797"/>
                      <a:pt x="1743" y="3842"/>
                      <a:pt x="1847" y="3842"/>
                    </a:cubicBezTo>
                    <a:lnTo>
                      <a:pt x="1876" y="3842"/>
                    </a:lnTo>
                    <a:cubicBezTo>
                      <a:pt x="1987" y="3834"/>
                      <a:pt x="2091" y="3768"/>
                      <a:pt x="2150" y="3672"/>
                    </a:cubicBezTo>
                    <a:lnTo>
                      <a:pt x="4031" y="547"/>
                    </a:lnTo>
                    <a:cubicBezTo>
                      <a:pt x="4200" y="265"/>
                      <a:pt x="3957" y="1"/>
                      <a:pt x="37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"/>
              <p:cNvSpPr/>
              <p:nvPr/>
            </p:nvSpPr>
            <p:spPr>
              <a:xfrm>
                <a:off x="2851225" y="7412725"/>
                <a:ext cx="275975" cy="199725"/>
              </a:xfrm>
              <a:custGeom>
                <a:rect b="b" l="l" r="r" t="t"/>
                <a:pathLst>
                  <a:path extrusionOk="0" h="7989" w="11039">
                    <a:moveTo>
                      <a:pt x="0" y="1"/>
                    </a:moveTo>
                    <a:lnTo>
                      <a:pt x="0" y="7989"/>
                    </a:lnTo>
                    <a:lnTo>
                      <a:pt x="11039" y="7989"/>
                    </a:lnTo>
                    <a:lnTo>
                      <a:pt x="1103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"/>
              <p:cNvSpPr/>
              <p:nvPr/>
            </p:nvSpPr>
            <p:spPr>
              <a:xfrm>
                <a:off x="2908050" y="7451775"/>
                <a:ext cx="141975" cy="121625"/>
              </a:xfrm>
              <a:custGeom>
                <a:rect b="b" l="l" r="r" t="t"/>
                <a:pathLst>
                  <a:path extrusionOk="0" h="4865" w="5679">
                    <a:moveTo>
                      <a:pt x="3250" y="719"/>
                    </a:moveTo>
                    <a:cubicBezTo>
                      <a:pt x="4198" y="719"/>
                      <a:pt x="4960" y="1489"/>
                      <a:pt x="4960" y="2437"/>
                    </a:cubicBezTo>
                    <a:cubicBezTo>
                      <a:pt x="4960" y="3469"/>
                      <a:pt x="4112" y="4156"/>
                      <a:pt x="3228" y="4156"/>
                    </a:cubicBezTo>
                    <a:cubicBezTo>
                      <a:pt x="2807" y="4156"/>
                      <a:pt x="2378" y="4000"/>
                      <a:pt x="2029" y="3651"/>
                    </a:cubicBezTo>
                    <a:cubicBezTo>
                      <a:pt x="948" y="2562"/>
                      <a:pt x="1718" y="719"/>
                      <a:pt x="3250" y="719"/>
                    </a:cubicBezTo>
                    <a:close/>
                    <a:moveTo>
                      <a:pt x="3230" y="1"/>
                    </a:moveTo>
                    <a:cubicBezTo>
                      <a:pt x="2632" y="1"/>
                      <a:pt x="2022" y="223"/>
                      <a:pt x="1525" y="719"/>
                    </a:cubicBezTo>
                    <a:cubicBezTo>
                      <a:pt x="0" y="2244"/>
                      <a:pt x="1081" y="4865"/>
                      <a:pt x="3250" y="4865"/>
                    </a:cubicBezTo>
                    <a:cubicBezTo>
                      <a:pt x="4590" y="4865"/>
                      <a:pt x="5671" y="3777"/>
                      <a:pt x="5679" y="2437"/>
                    </a:cubicBezTo>
                    <a:cubicBezTo>
                      <a:pt x="5679" y="970"/>
                      <a:pt x="4480" y="1"/>
                      <a:pt x="32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"/>
              <p:cNvSpPr/>
              <p:nvPr/>
            </p:nvSpPr>
            <p:spPr>
              <a:xfrm>
                <a:off x="2851400" y="7649825"/>
                <a:ext cx="276000" cy="199525"/>
              </a:xfrm>
              <a:custGeom>
                <a:rect b="b" l="l" r="r" t="t"/>
                <a:pathLst>
                  <a:path extrusionOk="0" h="7981" w="11040">
                    <a:moveTo>
                      <a:pt x="1" y="0"/>
                    </a:moveTo>
                    <a:lnTo>
                      <a:pt x="1" y="7981"/>
                    </a:lnTo>
                    <a:lnTo>
                      <a:pt x="11039" y="7981"/>
                    </a:lnTo>
                    <a:lnTo>
                      <a:pt x="110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"/>
              <p:cNvSpPr/>
              <p:nvPr/>
            </p:nvSpPr>
            <p:spPr>
              <a:xfrm>
                <a:off x="2936525" y="7701475"/>
                <a:ext cx="105150" cy="96075"/>
              </a:xfrm>
              <a:custGeom>
                <a:rect b="b" l="l" r="r" t="t"/>
                <a:pathLst>
                  <a:path extrusionOk="0" h="3843" w="4206">
                    <a:moveTo>
                      <a:pt x="3719" y="1"/>
                    </a:moveTo>
                    <a:cubicBezTo>
                      <a:pt x="3609" y="1"/>
                      <a:pt x="3499" y="53"/>
                      <a:pt x="3422" y="178"/>
                    </a:cubicBezTo>
                    <a:lnTo>
                      <a:pt x="1808" y="2872"/>
                    </a:lnTo>
                    <a:lnTo>
                      <a:pt x="779" y="1651"/>
                    </a:lnTo>
                    <a:cubicBezTo>
                      <a:pt x="699" y="1557"/>
                      <a:pt x="603" y="1518"/>
                      <a:pt x="510" y="1518"/>
                    </a:cubicBezTo>
                    <a:cubicBezTo>
                      <a:pt x="242" y="1518"/>
                      <a:pt x="0" y="1841"/>
                      <a:pt x="231" y="2110"/>
                    </a:cubicBezTo>
                    <a:lnTo>
                      <a:pt x="1578" y="3716"/>
                    </a:lnTo>
                    <a:cubicBezTo>
                      <a:pt x="1652" y="3798"/>
                      <a:pt x="1749" y="3842"/>
                      <a:pt x="1852" y="3842"/>
                    </a:cubicBezTo>
                    <a:lnTo>
                      <a:pt x="1882" y="3842"/>
                    </a:lnTo>
                    <a:cubicBezTo>
                      <a:pt x="1993" y="3827"/>
                      <a:pt x="2096" y="3768"/>
                      <a:pt x="2156" y="3672"/>
                    </a:cubicBezTo>
                    <a:lnTo>
                      <a:pt x="4036" y="548"/>
                    </a:lnTo>
                    <a:cubicBezTo>
                      <a:pt x="4205" y="265"/>
                      <a:pt x="3966" y="1"/>
                      <a:pt x="37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"/>
              <p:cNvSpPr/>
              <p:nvPr/>
            </p:nvSpPr>
            <p:spPr>
              <a:xfrm>
                <a:off x="3764425" y="6938375"/>
                <a:ext cx="275975" cy="199525"/>
              </a:xfrm>
              <a:custGeom>
                <a:rect b="b" l="l" r="r" t="t"/>
                <a:pathLst>
                  <a:path extrusionOk="0" h="7981" w="11039">
                    <a:moveTo>
                      <a:pt x="0" y="0"/>
                    </a:moveTo>
                    <a:lnTo>
                      <a:pt x="0" y="7981"/>
                    </a:lnTo>
                    <a:lnTo>
                      <a:pt x="11038" y="7981"/>
                    </a:lnTo>
                    <a:lnTo>
                      <a:pt x="110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"/>
              <p:cNvSpPr/>
              <p:nvPr/>
            </p:nvSpPr>
            <p:spPr>
              <a:xfrm>
                <a:off x="3821225" y="6977275"/>
                <a:ext cx="141800" cy="121575"/>
              </a:xfrm>
              <a:custGeom>
                <a:rect b="b" l="l" r="r" t="t"/>
                <a:pathLst>
                  <a:path extrusionOk="0" h="4863" w="5672">
                    <a:moveTo>
                      <a:pt x="3243" y="717"/>
                    </a:moveTo>
                    <a:cubicBezTo>
                      <a:pt x="4191" y="717"/>
                      <a:pt x="4961" y="1487"/>
                      <a:pt x="4961" y="2435"/>
                    </a:cubicBezTo>
                    <a:cubicBezTo>
                      <a:pt x="4961" y="3471"/>
                      <a:pt x="4114" y="4155"/>
                      <a:pt x="3232" y="4155"/>
                    </a:cubicBezTo>
                    <a:cubicBezTo>
                      <a:pt x="2810" y="4155"/>
                      <a:pt x="2379" y="3999"/>
                      <a:pt x="2029" y="3649"/>
                    </a:cubicBezTo>
                    <a:cubicBezTo>
                      <a:pt x="948" y="2568"/>
                      <a:pt x="1718" y="717"/>
                      <a:pt x="3243" y="717"/>
                    </a:cubicBezTo>
                    <a:close/>
                    <a:moveTo>
                      <a:pt x="3226" y="0"/>
                    </a:moveTo>
                    <a:cubicBezTo>
                      <a:pt x="2629" y="0"/>
                      <a:pt x="2021" y="222"/>
                      <a:pt x="1526" y="717"/>
                    </a:cubicBezTo>
                    <a:cubicBezTo>
                      <a:pt x="1" y="2250"/>
                      <a:pt x="1082" y="4863"/>
                      <a:pt x="3243" y="4863"/>
                    </a:cubicBezTo>
                    <a:cubicBezTo>
                      <a:pt x="4583" y="4863"/>
                      <a:pt x="5672" y="3775"/>
                      <a:pt x="5672" y="2435"/>
                    </a:cubicBezTo>
                    <a:cubicBezTo>
                      <a:pt x="5672" y="972"/>
                      <a:pt x="4475" y="0"/>
                      <a:pt x="3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"/>
              <p:cNvSpPr/>
              <p:nvPr/>
            </p:nvSpPr>
            <p:spPr>
              <a:xfrm>
                <a:off x="3847150" y="7548025"/>
                <a:ext cx="912475" cy="535100"/>
              </a:xfrm>
              <a:custGeom>
                <a:rect b="b" l="l" r="r" t="t"/>
                <a:pathLst>
                  <a:path extrusionOk="0" h="21404" w="36499">
                    <a:moveTo>
                      <a:pt x="36498" y="1"/>
                    </a:moveTo>
                    <a:cubicBezTo>
                      <a:pt x="36498" y="1"/>
                      <a:pt x="27533" y="10150"/>
                      <a:pt x="22380" y="13126"/>
                    </a:cubicBezTo>
                    <a:cubicBezTo>
                      <a:pt x="14807" y="17502"/>
                      <a:pt x="0" y="21403"/>
                      <a:pt x="0" y="21403"/>
                    </a:cubicBezTo>
                    <a:lnTo>
                      <a:pt x="29754" y="21403"/>
                    </a:lnTo>
                    <a:cubicBezTo>
                      <a:pt x="33478" y="21403"/>
                      <a:pt x="36498" y="18383"/>
                      <a:pt x="36498" y="14659"/>
                    </a:cubicBezTo>
                    <a:lnTo>
                      <a:pt x="36498" y="1"/>
                    </a:lnTo>
                    <a:close/>
                  </a:path>
                </a:pathLst>
              </a:custGeom>
              <a:solidFill>
                <a:srgbClr val="2D3962">
                  <a:alpha val="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"/>
              <p:cNvSpPr/>
              <p:nvPr/>
            </p:nvSpPr>
            <p:spPr>
              <a:xfrm>
                <a:off x="2385200" y="6203975"/>
                <a:ext cx="2392175" cy="1896900"/>
              </a:xfrm>
              <a:custGeom>
                <a:rect b="b" l="l" r="r" t="t"/>
                <a:pathLst>
                  <a:path extrusionOk="0" h="75876" w="95687">
                    <a:moveTo>
                      <a:pt x="88232" y="1422"/>
                    </a:moveTo>
                    <a:cubicBezTo>
                      <a:pt x="91563" y="1429"/>
                      <a:pt x="94258" y="4124"/>
                      <a:pt x="94265" y="7463"/>
                    </a:cubicBezTo>
                    <a:lnTo>
                      <a:pt x="94265" y="68421"/>
                    </a:lnTo>
                    <a:cubicBezTo>
                      <a:pt x="94258" y="71752"/>
                      <a:pt x="91563" y="74455"/>
                      <a:pt x="88232" y="74462"/>
                    </a:cubicBezTo>
                    <a:lnTo>
                      <a:pt x="7463" y="74462"/>
                    </a:lnTo>
                    <a:cubicBezTo>
                      <a:pt x="4124" y="74455"/>
                      <a:pt x="1429" y="71752"/>
                      <a:pt x="1422" y="68421"/>
                    </a:cubicBezTo>
                    <a:lnTo>
                      <a:pt x="1422" y="7463"/>
                    </a:lnTo>
                    <a:cubicBezTo>
                      <a:pt x="1429" y="4124"/>
                      <a:pt x="4131" y="1429"/>
                      <a:pt x="7463" y="1422"/>
                    </a:cubicBezTo>
                    <a:close/>
                    <a:moveTo>
                      <a:pt x="7463" y="0"/>
                    </a:moveTo>
                    <a:cubicBezTo>
                      <a:pt x="3346" y="8"/>
                      <a:pt x="8" y="3339"/>
                      <a:pt x="0" y="7463"/>
                    </a:cubicBezTo>
                    <a:lnTo>
                      <a:pt x="0" y="68421"/>
                    </a:lnTo>
                    <a:cubicBezTo>
                      <a:pt x="8" y="72537"/>
                      <a:pt x="3346" y="75869"/>
                      <a:pt x="7463" y="75876"/>
                    </a:cubicBezTo>
                    <a:lnTo>
                      <a:pt x="88232" y="75876"/>
                    </a:lnTo>
                    <a:cubicBezTo>
                      <a:pt x="92348" y="75869"/>
                      <a:pt x="95687" y="72537"/>
                      <a:pt x="95687" y="68421"/>
                    </a:cubicBezTo>
                    <a:lnTo>
                      <a:pt x="95687" y="7463"/>
                    </a:lnTo>
                    <a:cubicBezTo>
                      <a:pt x="95680" y="3339"/>
                      <a:pt x="92348" y="8"/>
                      <a:pt x="88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1"/>
              <p:cNvSpPr/>
              <p:nvPr/>
            </p:nvSpPr>
            <p:spPr>
              <a:xfrm>
                <a:off x="2661875" y="6315575"/>
                <a:ext cx="136450" cy="136425"/>
              </a:xfrm>
              <a:custGeom>
                <a:rect b="b" l="l" r="r" t="t"/>
                <a:pathLst>
                  <a:path extrusionOk="0" h="5457" w="5458">
                    <a:moveTo>
                      <a:pt x="2725" y="0"/>
                    </a:moveTo>
                    <a:cubicBezTo>
                      <a:pt x="1222" y="0"/>
                      <a:pt x="1" y="1222"/>
                      <a:pt x="1" y="2732"/>
                    </a:cubicBezTo>
                    <a:cubicBezTo>
                      <a:pt x="1" y="4235"/>
                      <a:pt x="1222" y="5457"/>
                      <a:pt x="2725" y="5457"/>
                    </a:cubicBezTo>
                    <a:cubicBezTo>
                      <a:pt x="4236" y="5457"/>
                      <a:pt x="5457" y="4235"/>
                      <a:pt x="5457" y="2732"/>
                    </a:cubicBezTo>
                    <a:cubicBezTo>
                      <a:pt x="5457" y="1222"/>
                      <a:pt x="4236" y="0"/>
                      <a:pt x="2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"/>
              <p:cNvSpPr/>
              <p:nvPr/>
            </p:nvSpPr>
            <p:spPr>
              <a:xfrm>
                <a:off x="2695950" y="6144925"/>
                <a:ext cx="68300" cy="246925"/>
              </a:xfrm>
              <a:custGeom>
                <a:rect b="b" l="l" r="r" t="t"/>
                <a:pathLst>
                  <a:path extrusionOk="0" h="9877" w="2732">
                    <a:moveTo>
                      <a:pt x="1370" y="1"/>
                    </a:moveTo>
                    <a:cubicBezTo>
                      <a:pt x="615" y="1"/>
                      <a:pt x="0" y="615"/>
                      <a:pt x="0" y="1370"/>
                    </a:cubicBezTo>
                    <a:lnTo>
                      <a:pt x="0" y="8514"/>
                    </a:lnTo>
                    <a:cubicBezTo>
                      <a:pt x="0" y="9270"/>
                      <a:pt x="615" y="9877"/>
                      <a:pt x="1370" y="9877"/>
                    </a:cubicBezTo>
                    <a:cubicBezTo>
                      <a:pt x="2117" y="9877"/>
                      <a:pt x="2732" y="9270"/>
                      <a:pt x="2732" y="8514"/>
                    </a:cubicBezTo>
                    <a:lnTo>
                      <a:pt x="2732" y="1370"/>
                    </a:lnTo>
                    <a:cubicBezTo>
                      <a:pt x="2732" y="615"/>
                      <a:pt x="2117" y="1"/>
                      <a:pt x="1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"/>
              <p:cNvSpPr/>
              <p:nvPr/>
            </p:nvSpPr>
            <p:spPr>
              <a:xfrm>
                <a:off x="3217125" y="6315575"/>
                <a:ext cx="136425" cy="136425"/>
              </a:xfrm>
              <a:custGeom>
                <a:rect b="b" l="l" r="r" t="t"/>
                <a:pathLst>
                  <a:path extrusionOk="0" h="5457" w="5457">
                    <a:moveTo>
                      <a:pt x="2725" y="0"/>
                    </a:moveTo>
                    <a:cubicBezTo>
                      <a:pt x="1222" y="0"/>
                      <a:pt x="1" y="1222"/>
                      <a:pt x="1" y="2732"/>
                    </a:cubicBezTo>
                    <a:cubicBezTo>
                      <a:pt x="1" y="4235"/>
                      <a:pt x="1222" y="5457"/>
                      <a:pt x="2725" y="5457"/>
                    </a:cubicBezTo>
                    <a:cubicBezTo>
                      <a:pt x="4235" y="5457"/>
                      <a:pt x="5457" y="4235"/>
                      <a:pt x="5457" y="2732"/>
                    </a:cubicBezTo>
                    <a:cubicBezTo>
                      <a:pt x="5457" y="1222"/>
                      <a:pt x="4235" y="0"/>
                      <a:pt x="2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"/>
              <p:cNvSpPr/>
              <p:nvPr/>
            </p:nvSpPr>
            <p:spPr>
              <a:xfrm>
                <a:off x="3251175" y="6144925"/>
                <a:ext cx="68325" cy="246925"/>
              </a:xfrm>
              <a:custGeom>
                <a:rect b="b" l="l" r="r" t="t"/>
                <a:pathLst>
                  <a:path extrusionOk="0" h="9877" w="2733">
                    <a:moveTo>
                      <a:pt x="1363" y="1"/>
                    </a:moveTo>
                    <a:cubicBezTo>
                      <a:pt x="615" y="1"/>
                      <a:pt x="1" y="615"/>
                      <a:pt x="1" y="1370"/>
                    </a:cubicBezTo>
                    <a:lnTo>
                      <a:pt x="1" y="8514"/>
                    </a:lnTo>
                    <a:cubicBezTo>
                      <a:pt x="1" y="9270"/>
                      <a:pt x="615" y="9877"/>
                      <a:pt x="1363" y="9877"/>
                    </a:cubicBezTo>
                    <a:cubicBezTo>
                      <a:pt x="2118" y="9877"/>
                      <a:pt x="2733" y="9270"/>
                      <a:pt x="2733" y="8514"/>
                    </a:cubicBezTo>
                    <a:lnTo>
                      <a:pt x="2733" y="1370"/>
                    </a:lnTo>
                    <a:cubicBezTo>
                      <a:pt x="2733" y="615"/>
                      <a:pt x="2118" y="1"/>
                      <a:pt x="13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"/>
              <p:cNvSpPr/>
              <p:nvPr/>
            </p:nvSpPr>
            <p:spPr>
              <a:xfrm>
                <a:off x="3772175" y="6315575"/>
                <a:ext cx="136625" cy="136425"/>
              </a:xfrm>
              <a:custGeom>
                <a:rect b="b" l="l" r="r" t="t"/>
                <a:pathLst>
                  <a:path extrusionOk="0" h="5457" w="5465">
                    <a:moveTo>
                      <a:pt x="2733" y="0"/>
                    </a:moveTo>
                    <a:cubicBezTo>
                      <a:pt x="1222" y="0"/>
                      <a:pt x="1" y="1222"/>
                      <a:pt x="1" y="2732"/>
                    </a:cubicBezTo>
                    <a:cubicBezTo>
                      <a:pt x="1" y="4235"/>
                      <a:pt x="1222" y="5457"/>
                      <a:pt x="2733" y="5457"/>
                    </a:cubicBezTo>
                    <a:cubicBezTo>
                      <a:pt x="4243" y="5457"/>
                      <a:pt x="5465" y="4235"/>
                      <a:pt x="5465" y="2732"/>
                    </a:cubicBezTo>
                    <a:cubicBezTo>
                      <a:pt x="5465" y="1222"/>
                      <a:pt x="4243" y="0"/>
                      <a:pt x="27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"/>
              <p:cNvSpPr/>
              <p:nvPr/>
            </p:nvSpPr>
            <p:spPr>
              <a:xfrm>
                <a:off x="3806425" y="6144925"/>
                <a:ext cx="68325" cy="246925"/>
              </a:xfrm>
              <a:custGeom>
                <a:rect b="b" l="l" r="r" t="t"/>
                <a:pathLst>
                  <a:path extrusionOk="0" h="9877" w="2733">
                    <a:moveTo>
                      <a:pt x="1363" y="1"/>
                    </a:moveTo>
                    <a:cubicBezTo>
                      <a:pt x="608" y="1"/>
                      <a:pt x="1" y="615"/>
                      <a:pt x="1" y="1370"/>
                    </a:cubicBezTo>
                    <a:lnTo>
                      <a:pt x="1" y="8514"/>
                    </a:lnTo>
                    <a:cubicBezTo>
                      <a:pt x="1" y="9270"/>
                      <a:pt x="608" y="9877"/>
                      <a:pt x="1363" y="9877"/>
                    </a:cubicBezTo>
                    <a:cubicBezTo>
                      <a:pt x="2118" y="9877"/>
                      <a:pt x="2732" y="9270"/>
                      <a:pt x="2732" y="8514"/>
                    </a:cubicBezTo>
                    <a:lnTo>
                      <a:pt x="2732" y="1370"/>
                    </a:lnTo>
                    <a:cubicBezTo>
                      <a:pt x="2732" y="615"/>
                      <a:pt x="2118" y="1"/>
                      <a:pt x="13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1"/>
              <p:cNvSpPr/>
              <p:nvPr/>
            </p:nvSpPr>
            <p:spPr>
              <a:xfrm>
                <a:off x="4327425" y="6315575"/>
                <a:ext cx="136625" cy="136425"/>
              </a:xfrm>
              <a:custGeom>
                <a:rect b="b" l="l" r="r" t="t"/>
                <a:pathLst>
                  <a:path extrusionOk="0" h="5457" w="5465">
                    <a:moveTo>
                      <a:pt x="2732" y="0"/>
                    </a:moveTo>
                    <a:cubicBezTo>
                      <a:pt x="1222" y="0"/>
                      <a:pt x="1" y="1222"/>
                      <a:pt x="1" y="2732"/>
                    </a:cubicBezTo>
                    <a:cubicBezTo>
                      <a:pt x="1" y="4235"/>
                      <a:pt x="1222" y="5457"/>
                      <a:pt x="2732" y="5457"/>
                    </a:cubicBezTo>
                    <a:cubicBezTo>
                      <a:pt x="4243" y="5457"/>
                      <a:pt x="5464" y="4235"/>
                      <a:pt x="5464" y="2732"/>
                    </a:cubicBezTo>
                    <a:cubicBezTo>
                      <a:pt x="5464" y="1222"/>
                      <a:pt x="4243" y="0"/>
                      <a:pt x="27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"/>
              <p:cNvSpPr/>
              <p:nvPr/>
            </p:nvSpPr>
            <p:spPr>
              <a:xfrm>
                <a:off x="4361675" y="6144925"/>
                <a:ext cx="68125" cy="246925"/>
              </a:xfrm>
              <a:custGeom>
                <a:rect b="b" l="l" r="r" t="t"/>
                <a:pathLst>
                  <a:path extrusionOk="0" h="9877" w="2725">
                    <a:moveTo>
                      <a:pt x="1362" y="1"/>
                    </a:moveTo>
                    <a:cubicBezTo>
                      <a:pt x="607" y="1"/>
                      <a:pt x="0" y="615"/>
                      <a:pt x="0" y="1370"/>
                    </a:cubicBezTo>
                    <a:lnTo>
                      <a:pt x="0" y="8514"/>
                    </a:lnTo>
                    <a:cubicBezTo>
                      <a:pt x="0" y="9270"/>
                      <a:pt x="607" y="9877"/>
                      <a:pt x="1362" y="9877"/>
                    </a:cubicBezTo>
                    <a:cubicBezTo>
                      <a:pt x="2118" y="9877"/>
                      <a:pt x="2725" y="9270"/>
                      <a:pt x="2725" y="8514"/>
                    </a:cubicBezTo>
                    <a:lnTo>
                      <a:pt x="2725" y="1370"/>
                    </a:lnTo>
                    <a:cubicBezTo>
                      <a:pt x="2725" y="615"/>
                      <a:pt x="2118" y="1"/>
                      <a:pt x="13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0" name="Google Shape;470;p1"/>
          <p:cNvGrpSpPr/>
          <p:nvPr/>
        </p:nvGrpSpPr>
        <p:grpSpPr>
          <a:xfrm>
            <a:off x="7157241" y="2616865"/>
            <a:ext cx="1432640" cy="1492785"/>
            <a:chOff x="-3367862" y="7828950"/>
            <a:chExt cx="1322600" cy="1378125"/>
          </a:xfrm>
        </p:grpSpPr>
        <p:sp>
          <p:nvSpPr>
            <p:cNvPr id="471" name="Google Shape;471;p1"/>
            <p:cNvSpPr/>
            <p:nvPr/>
          </p:nvSpPr>
          <p:spPr>
            <a:xfrm>
              <a:off x="-2932387" y="79572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1"/>
                  </a:moveTo>
                  <a:lnTo>
                    <a:pt x="1" y="7989"/>
                  </a:lnTo>
                  <a:lnTo>
                    <a:pt x="11039" y="7989"/>
                  </a:lnTo>
                  <a:lnTo>
                    <a:pt x="11039" y="1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-2932387" y="81943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0"/>
                  </a:moveTo>
                  <a:lnTo>
                    <a:pt x="1" y="7988"/>
                  </a:lnTo>
                  <a:lnTo>
                    <a:pt x="11039" y="7988"/>
                  </a:lnTo>
                  <a:lnTo>
                    <a:pt x="11039" y="0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"/>
            <p:cNvSpPr/>
            <p:nvPr/>
          </p:nvSpPr>
          <p:spPr>
            <a:xfrm>
              <a:off x="-3236662" y="81943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0"/>
                  </a:moveTo>
                  <a:lnTo>
                    <a:pt x="1" y="7988"/>
                  </a:lnTo>
                  <a:lnTo>
                    <a:pt x="11039" y="7988"/>
                  </a:lnTo>
                  <a:lnTo>
                    <a:pt x="11039" y="0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"/>
            <p:cNvSpPr/>
            <p:nvPr/>
          </p:nvSpPr>
          <p:spPr>
            <a:xfrm>
              <a:off x="-3153362" y="9071950"/>
              <a:ext cx="892100" cy="135125"/>
            </a:xfrm>
            <a:custGeom>
              <a:rect b="b" l="l" r="r" t="t"/>
              <a:pathLst>
                <a:path extrusionOk="0" h="5405" w="35684">
                  <a:moveTo>
                    <a:pt x="18049" y="1"/>
                  </a:moveTo>
                  <a:cubicBezTo>
                    <a:pt x="8314" y="1"/>
                    <a:pt x="0" y="1"/>
                    <a:pt x="422" y="2917"/>
                  </a:cubicBezTo>
                  <a:cubicBezTo>
                    <a:pt x="652" y="4502"/>
                    <a:pt x="8314" y="5405"/>
                    <a:pt x="18049" y="5405"/>
                  </a:cubicBezTo>
                  <a:cubicBezTo>
                    <a:pt x="27792" y="5405"/>
                    <a:pt x="35684" y="4524"/>
                    <a:pt x="35684" y="2917"/>
                  </a:cubicBezTo>
                  <a:cubicBezTo>
                    <a:pt x="35684" y="1"/>
                    <a:pt x="27792" y="1"/>
                    <a:pt x="1804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-3330312" y="7866325"/>
              <a:ext cx="1247475" cy="1247675"/>
            </a:xfrm>
            <a:custGeom>
              <a:rect b="b" l="l" r="r" t="t"/>
              <a:pathLst>
                <a:path extrusionOk="0" h="49907" w="49899">
                  <a:moveTo>
                    <a:pt x="24950" y="1"/>
                  </a:moveTo>
                  <a:cubicBezTo>
                    <a:pt x="11172" y="1"/>
                    <a:pt x="1" y="11172"/>
                    <a:pt x="1" y="24957"/>
                  </a:cubicBezTo>
                  <a:cubicBezTo>
                    <a:pt x="1" y="38735"/>
                    <a:pt x="11172" y="49906"/>
                    <a:pt x="24950" y="49906"/>
                  </a:cubicBezTo>
                  <a:cubicBezTo>
                    <a:pt x="38727" y="49906"/>
                    <a:pt x="49899" y="38735"/>
                    <a:pt x="49899" y="24957"/>
                  </a:cubicBezTo>
                  <a:cubicBezTo>
                    <a:pt x="49899" y="11172"/>
                    <a:pt x="38727" y="1"/>
                    <a:pt x="249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-3174837" y="8312750"/>
              <a:ext cx="1092000" cy="801250"/>
            </a:xfrm>
            <a:custGeom>
              <a:rect b="b" l="l" r="r" t="t"/>
              <a:pathLst>
                <a:path extrusionOk="0" h="32050" w="43680">
                  <a:moveTo>
                    <a:pt x="42658" y="0"/>
                  </a:moveTo>
                  <a:cubicBezTo>
                    <a:pt x="42658" y="0"/>
                    <a:pt x="33019" y="12867"/>
                    <a:pt x="21366" y="18457"/>
                  </a:cubicBezTo>
                  <a:cubicBezTo>
                    <a:pt x="13904" y="22040"/>
                    <a:pt x="1" y="23580"/>
                    <a:pt x="1" y="23580"/>
                  </a:cubicBezTo>
                  <a:cubicBezTo>
                    <a:pt x="4726" y="28963"/>
                    <a:pt x="11541" y="32049"/>
                    <a:pt x="18705" y="32049"/>
                  </a:cubicBezTo>
                  <a:cubicBezTo>
                    <a:pt x="18714" y="32049"/>
                    <a:pt x="18722" y="32049"/>
                    <a:pt x="18731" y="32049"/>
                  </a:cubicBezTo>
                  <a:cubicBezTo>
                    <a:pt x="32508" y="32049"/>
                    <a:pt x="43680" y="20878"/>
                    <a:pt x="43680" y="7100"/>
                  </a:cubicBezTo>
                  <a:cubicBezTo>
                    <a:pt x="43680" y="4694"/>
                    <a:pt x="43339" y="2303"/>
                    <a:pt x="42658" y="0"/>
                  </a:cubicBezTo>
                  <a:close/>
                </a:path>
              </a:pathLst>
            </a:custGeom>
            <a:solidFill>
              <a:srgbClr val="2D3962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-2738587" y="8113475"/>
              <a:ext cx="278000" cy="384000"/>
            </a:xfrm>
            <a:custGeom>
              <a:rect b="b" l="l" r="r" t="t"/>
              <a:pathLst>
                <a:path extrusionOk="0" h="15360" w="11120">
                  <a:moveTo>
                    <a:pt x="6540" y="1"/>
                  </a:moveTo>
                  <a:cubicBezTo>
                    <a:pt x="6275" y="1"/>
                    <a:pt x="6022" y="161"/>
                    <a:pt x="5915" y="420"/>
                  </a:cubicBezTo>
                  <a:lnTo>
                    <a:pt x="178" y="14434"/>
                  </a:lnTo>
                  <a:cubicBezTo>
                    <a:pt x="0" y="14879"/>
                    <a:pt x="326" y="15360"/>
                    <a:pt x="800" y="15360"/>
                  </a:cubicBezTo>
                  <a:lnTo>
                    <a:pt x="10453" y="15360"/>
                  </a:lnTo>
                  <a:cubicBezTo>
                    <a:pt x="10824" y="15360"/>
                    <a:pt x="11120" y="15056"/>
                    <a:pt x="11120" y="14686"/>
                  </a:cubicBezTo>
                  <a:cubicBezTo>
                    <a:pt x="11120" y="14323"/>
                    <a:pt x="10824" y="14020"/>
                    <a:pt x="10453" y="14020"/>
                  </a:cubicBezTo>
                  <a:lnTo>
                    <a:pt x="1792" y="14020"/>
                  </a:lnTo>
                  <a:lnTo>
                    <a:pt x="7152" y="924"/>
                  </a:lnTo>
                  <a:cubicBezTo>
                    <a:pt x="7300" y="583"/>
                    <a:pt x="7129" y="191"/>
                    <a:pt x="6789" y="50"/>
                  </a:cubicBezTo>
                  <a:cubicBezTo>
                    <a:pt x="6707" y="16"/>
                    <a:pt x="6623" y="1"/>
                    <a:pt x="6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-2723237" y="7935375"/>
              <a:ext cx="33350" cy="82575"/>
            </a:xfrm>
            <a:custGeom>
              <a:rect b="b" l="l" r="r" t="t"/>
              <a:pathLst>
                <a:path extrusionOk="0" h="3303" w="1334">
                  <a:moveTo>
                    <a:pt x="667" y="0"/>
                  </a:moveTo>
                  <a:cubicBezTo>
                    <a:pt x="297" y="0"/>
                    <a:pt x="0" y="296"/>
                    <a:pt x="0" y="667"/>
                  </a:cubicBezTo>
                  <a:lnTo>
                    <a:pt x="0" y="2636"/>
                  </a:lnTo>
                  <a:cubicBezTo>
                    <a:pt x="0" y="3006"/>
                    <a:pt x="297" y="3302"/>
                    <a:pt x="667" y="3302"/>
                  </a:cubicBezTo>
                  <a:cubicBezTo>
                    <a:pt x="1037" y="3302"/>
                    <a:pt x="1333" y="3006"/>
                    <a:pt x="1333" y="2636"/>
                  </a:cubicBezTo>
                  <a:lnTo>
                    <a:pt x="1333" y="667"/>
                  </a:lnTo>
                  <a:cubicBezTo>
                    <a:pt x="1333" y="296"/>
                    <a:pt x="10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-2723237" y="8970350"/>
              <a:ext cx="33350" cy="82550"/>
            </a:xfrm>
            <a:custGeom>
              <a:rect b="b" l="l" r="r" t="t"/>
              <a:pathLst>
                <a:path extrusionOk="0" h="3302" w="1334">
                  <a:moveTo>
                    <a:pt x="667" y="0"/>
                  </a:moveTo>
                  <a:cubicBezTo>
                    <a:pt x="297" y="0"/>
                    <a:pt x="0" y="296"/>
                    <a:pt x="0" y="666"/>
                  </a:cubicBezTo>
                  <a:lnTo>
                    <a:pt x="0" y="2636"/>
                  </a:lnTo>
                  <a:cubicBezTo>
                    <a:pt x="0" y="3006"/>
                    <a:pt x="297" y="3302"/>
                    <a:pt x="667" y="3302"/>
                  </a:cubicBezTo>
                  <a:cubicBezTo>
                    <a:pt x="1037" y="3302"/>
                    <a:pt x="1333" y="3006"/>
                    <a:pt x="1333" y="2636"/>
                  </a:cubicBezTo>
                  <a:lnTo>
                    <a:pt x="1333" y="666"/>
                  </a:lnTo>
                  <a:cubicBezTo>
                    <a:pt x="1333" y="296"/>
                    <a:pt x="10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-3266812" y="8473575"/>
              <a:ext cx="82575" cy="33350"/>
            </a:xfrm>
            <a:custGeom>
              <a:rect b="b" l="l" r="r" t="t"/>
              <a:pathLst>
                <a:path extrusionOk="0" h="1334" w="3303">
                  <a:moveTo>
                    <a:pt x="2641" y="0"/>
                  </a:moveTo>
                  <a:cubicBezTo>
                    <a:pt x="2632" y="0"/>
                    <a:pt x="2623" y="1"/>
                    <a:pt x="2614" y="1"/>
                  </a:cubicBezTo>
                  <a:lnTo>
                    <a:pt x="644" y="1"/>
                  </a:lnTo>
                  <a:cubicBezTo>
                    <a:pt x="289" y="8"/>
                    <a:pt x="0" y="304"/>
                    <a:pt x="0" y="667"/>
                  </a:cubicBezTo>
                  <a:cubicBezTo>
                    <a:pt x="0" y="1023"/>
                    <a:pt x="289" y="1319"/>
                    <a:pt x="644" y="1333"/>
                  </a:cubicBezTo>
                  <a:lnTo>
                    <a:pt x="2614" y="1333"/>
                  </a:lnTo>
                  <a:cubicBezTo>
                    <a:pt x="2622" y="1334"/>
                    <a:pt x="2631" y="1334"/>
                    <a:pt x="2640" y="1334"/>
                  </a:cubicBezTo>
                  <a:cubicBezTo>
                    <a:pt x="3006" y="1334"/>
                    <a:pt x="3302" y="1036"/>
                    <a:pt x="3302" y="667"/>
                  </a:cubicBezTo>
                  <a:cubicBezTo>
                    <a:pt x="3302" y="291"/>
                    <a:pt x="3006" y="0"/>
                    <a:pt x="2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-2230737" y="8473575"/>
              <a:ext cx="83675" cy="33350"/>
            </a:xfrm>
            <a:custGeom>
              <a:rect b="b" l="l" r="r" t="t"/>
              <a:pathLst>
                <a:path extrusionOk="0" h="1334" w="3347">
                  <a:moveTo>
                    <a:pt x="662" y="0"/>
                  </a:moveTo>
                  <a:cubicBezTo>
                    <a:pt x="297" y="0"/>
                    <a:pt x="1" y="291"/>
                    <a:pt x="1" y="667"/>
                  </a:cubicBezTo>
                  <a:cubicBezTo>
                    <a:pt x="1" y="1036"/>
                    <a:pt x="297" y="1334"/>
                    <a:pt x="663" y="1334"/>
                  </a:cubicBezTo>
                  <a:cubicBezTo>
                    <a:pt x="671" y="1334"/>
                    <a:pt x="680" y="1334"/>
                    <a:pt x="689" y="1333"/>
                  </a:cubicBezTo>
                  <a:lnTo>
                    <a:pt x="2658" y="1333"/>
                  </a:lnTo>
                  <a:cubicBezTo>
                    <a:pt x="2667" y="1334"/>
                    <a:pt x="2676" y="1334"/>
                    <a:pt x="2685" y="1334"/>
                  </a:cubicBezTo>
                  <a:cubicBezTo>
                    <a:pt x="3050" y="1334"/>
                    <a:pt x="3347" y="1036"/>
                    <a:pt x="3347" y="667"/>
                  </a:cubicBezTo>
                  <a:cubicBezTo>
                    <a:pt x="3347" y="291"/>
                    <a:pt x="3051" y="0"/>
                    <a:pt x="2685" y="0"/>
                  </a:cubicBezTo>
                  <a:cubicBezTo>
                    <a:pt x="2676" y="0"/>
                    <a:pt x="2667" y="1"/>
                    <a:pt x="2658" y="1"/>
                  </a:cubicBezTo>
                  <a:lnTo>
                    <a:pt x="689" y="1"/>
                  </a:lnTo>
                  <a:cubicBezTo>
                    <a:pt x="680" y="1"/>
                    <a:pt x="671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-3367862" y="7828950"/>
              <a:ext cx="1322600" cy="1322600"/>
            </a:xfrm>
            <a:custGeom>
              <a:rect b="b" l="l" r="r" t="t"/>
              <a:pathLst>
                <a:path extrusionOk="0" h="52904" w="52904">
                  <a:moveTo>
                    <a:pt x="26452" y="2999"/>
                  </a:moveTo>
                  <a:cubicBezTo>
                    <a:pt x="39385" y="2999"/>
                    <a:pt x="49898" y="13519"/>
                    <a:pt x="49898" y="26452"/>
                  </a:cubicBezTo>
                  <a:cubicBezTo>
                    <a:pt x="49898" y="39378"/>
                    <a:pt x="39385" y="49898"/>
                    <a:pt x="26452" y="49898"/>
                  </a:cubicBezTo>
                  <a:cubicBezTo>
                    <a:pt x="13526" y="49898"/>
                    <a:pt x="3006" y="39378"/>
                    <a:pt x="3006" y="26452"/>
                  </a:cubicBezTo>
                  <a:cubicBezTo>
                    <a:pt x="3006" y="13519"/>
                    <a:pt x="13526" y="2999"/>
                    <a:pt x="26452" y="2999"/>
                  </a:cubicBezTo>
                  <a:close/>
                  <a:moveTo>
                    <a:pt x="26452" y="0"/>
                  </a:moveTo>
                  <a:cubicBezTo>
                    <a:pt x="11867" y="0"/>
                    <a:pt x="0" y="11868"/>
                    <a:pt x="0" y="26452"/>
                  </a:cubicBezTo>
                  <a:cubicBezTo>
                    <a:pt x="0" y="41037"/>
                    <a:pt x="11867" y="52904"/>
                    <a:pt x="26452" y="52904"/>
                  </a:cubicBezTo>
                  <a:cubicBezTo>
                    <a:pt x="41036" y="52904"/>
                    <a:pt x="52904" y="41037"/>
                    <a:pt x="52904" y="26452"/>
                  </a:cubicBezTo>
                  <a:cubicBezTo>
                    <a:pt x="52904" y="11860"/>
                    <a:pt x="41036" y="0"/>
                    <a:pt x="26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1"/>
          <p:cNvGrpSpPr/>
          <p:nvPr/>
        </p:nvGrpSpPr>
        <p:grpSpPr>
          <a:xfrm>
            <a:off x="4993083" y="3719663"/>
            <a:ext cx="1855981" cy="404387"/>
            <a:chOff x="373708" y="2493184"/>
            <a:chExt cx="1855981" cy="404387"/>
          </a:xfrm>
        </p:grpSpPr>
        <p:sp>
          <p:nvSpPr>
            <p:cNvPr id="484" name="Google Shape;484;p1"/>
            <p:cNvSpPr/>
            <p:nvPr/>
          </p:nvSpPr>
          <p:spPr>
            <a:xfrm>
              <a:off x="373708" y="2710857"/>
              <a:ext cx="1855981" cy="186714"/>
            </a:xfrm>
            <a:custGeom>
              <a:rect b="b" l="l" r="r" t="t"/>
              <a:pathLst>
                <a:path extrusionOk="0" h="6242" w="62047">
                  <a:moveTo>
                    <a:pt x="31390" y="1"/>
                  </a:moveTo>
                  <a:cubicBezTo>
                    <a:pt x="14459" y="1"/>
                    <a:pt x="0" y="1"/>
                    <a:pt x="741" y="3369"/>
                  </a:cubicBezTo>
                  <a:cubicBezTo>
                    <a:pt x="1141" y="5205"/>
                    <a:pt x="14459" y="6242"/>
                    <a:pt x="31390" y="6242"/>
                  </a:cubicBezTo>
                  <a:cubicBezTo>
                    <a:pt x="48321" y="6242"/>
                    <a:pt x="62047" y="5228"/>
                    <a:pt x="62047" y="3369"/>
                  </a:cubicBezTo>
                  <a:cubicBezTo>
                    <a:pt x="62047" y="1"/>
                    <a:pt x="48321" y="1"/>
                    <a:pt x="31390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1809358" y="2495188"/>
              <a:ext cx="255363" cy="29077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2064691" y="2593720"/>
              <a:ext cx="100566" cy="94823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718061" y="2591506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718061" y="2689829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718061" y="2493184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712527" y="2493184"/>
              <a:ext cx="72209" cy="29499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"/>
            <p:cNvSpPr/>
            <p:nvPr/>
          </p:nvSpPr>
          <p:spPr>
            <a:xfrm>
              <a:off x="531377" y="2493184"/>
              <a:ext cx="181180" cy="29499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1"/>
          <p:cNvSpPr txBox="1"/>
          <p:nvPr/>
        </p:nvSpPr>
        <p:spPr>
          <a:xfrm>
            <a:off x="431150" y="2759063"/>
            <a:ext cx="4158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Studenti: </a:t>
            </a:r>
            <a:endParaRPr b="0" i="0" sz="16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Adna Alihodžić,</a:t>
            </a:r>
            <a:endParaRPr b="0" i="0" sz="16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Zehra Buza,</a:t>
            </a:r>
            <a:endParaRPr b="0" i="0" sz="16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Elma Tirak</a:t>
            </a:r>
            <a:endParaRPr b="0" i="0" sz="16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"/>
          <p:cNvSpPr/>
          <p:nvPr/>
        </p:nvSpPr>
        <p:spPr>
          <a:xfrm rot="-5400000">
            <a:off x="-1413534" y="1503973"/>
            <a:ext cx="5694048" cy="4507380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2"/>
          <p:cNvGrpSpPr/>
          <p:nvPr/>
        </p:nvGrpSpPr>
        <p:grpSpPr>
          <a:xfrm>
            <a:off x="649766" y="3236480"/>
            <a:ext cx="1579449" cy="1645757"/>
            <a:chOff x="-3367862" y="7828950"/>
            <a:chExt cx="1322600" cy="1378125"/>
          </a:xfrm>
        </p:grpSpPr>
        <p:sp>
          <p:nvSpPr>
            <p:cNvPr id="499" name="Google Shape;499;p2"/>
            <p:cNvSpPr/>
            <p:nvPr/>
          </p:nvSpPr>
          <p:spPr>
            <a:xfrm>
              <a:off x="-2932387" y="79572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1"/>
                  </a:moveTo>
                  <a:lnTo>
                    <a:pt x="1" y="7989"/>
                  </a:lnTo>
                  <a:lnTo>
                    <a:pt x="11039" y="7989"/>
                  </a:lnTo>
                  <a:lnTo>
                    <a:pt x="11039" y="1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-2932387" y="81943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0"/>
                  </a:moveTo>
                  <a:lnTo>
                    <a:pt x="1" y="7988"/>
                  </a:lnTo>
                  <a:lnTo>
                    <a:pt x="11039" y="7988"/>
                  </a:lnTo>
                  <a:lnTo>
                    <a:pt x="11039" y="0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-3236662" y="8194300"/>
              <a:ext cx="276000" cy="199725"/>
            </a:xfrm>
            <a:custGeom>
              <a:rect b="b" l="l" r="r" t="t"/>
              <a:pathLst>
                <a:path extrusionOk="0" h="7989" w="11040">
                  <a:moveTo>
                    <a:pt x="1" y="0"/>
                  </a:moveTo>
                  <a:lnTo>
                    <a:pt x="1" y="7988"/>
                  </a:lnTo>
                  <a:lnTo>
                    <a:pt x="11039" y="7988"/>
                  </a:lnTo>
                  <a:lnTo>
                    <a:pt x="11039" y="0"/>
                  </a:lnTo>
                  <a:close/>
                </a:path>
              </a:pathLst>
            </a:custGeom>
            <a:solidFill>
              <a:srgbClr val="744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-3153362" y="9071950"/>
              <a:ext cx="892100" cy="135125"/>
            </a:xfrm>
            <a:custGeom>
              <a:rect b="b" l="l" r="r" t="t"/>
              <a:pathLst>
                <a:path extrusionOk="0" h="5405" w="35684">
                  <a:moveTo>
                    <a:pt x="18049" y="1"/>
                  </a:moveTo>
                  <a:cubicBezTo>
                    <a:pt x="8314" y="1"/>
                    <a:pt x="0" y="1"/>
                    <a:pt x="422" y="2917"/>
                  </a:cubicBezTo>
                  <a:cubicBezTo>
                    <a:pt x="652" y="4502"/>
                    <a:pt x="8314" y="5405"/>
                    <a:pt x="18049" y="5405"/>
                  </a:cubicBezTo>
                  <a:cubicBezTo>
                    <a:pt x="27792" y="5405"/>
                    <a:pt x="35684" y="4524"/>
                    <a:pt x="35684" y="2917"/>
                  </a:cubicBezTo>
                  <a:cubicBezTo>
                    <a:pt x="35684" y="1"/>
                    <a:pt x="27792" y="1"/>
                    <a:pt x="1804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-3330312" y="7866325"/>
              <a:ext cx="1247475" cy="1247675"/>
            </a:xfrm>
            <a:custGeom>
              <a:rect b="b" l="l" r="r" t="t"/>
              <a:pathLst>
                <a:path extrusionOk="0" h="49907" w="49899">
                  <a:moveTo>
                    <a:pt x="24950" y="1"/>
                  </a:moveTo>
                  <a:cubicBezTo>
                    <a:pt x="11172" y="1"/>
                    <a:pt x="1" y="11172"/>
                    <a:pt x="1" y="24957"/>
                  </a:cubicBezTo>
                  <a:cubicBezTo>
                    <a:pt x="1" y="38735"/>
                    <a:pt x="11172" y="49906"/>
                    <a:pt x="24950" y="49906"/>
                  </a:cubicBezTo>
                  <a:cubicBezTo>
                    <a:pt x="38727" y="49906"/>
                    <a:pt x="49899" y="38735"/>
                    <a:pt x="49899" y="24957"/>
                  </a:cubicBezTo>
                  <a:cubicBezTo>
                    <a:pt x="49899" y="11172"/>
                    <a:pt x="38727" y="1"/>
                    <a:pt x="249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-3174837" y="8312750"/>
              <a:ext cx="1092000" cy="801250"/>
            </a:xfrm>
            <a:custGeom>
              <a:rect b="b" l="l" r="r" t="t"/>
              <a:pathLst>
                <a:path extrusionOk="0" h="32050" w="43680">
                  <a:moveTo>
                    <a:pt x="42658" y="0"/>
                  </a:moveTo>
                  <a:cubicBezTo>
                    <a:pt x="42658" y="0"/>
                    <a:pt x="33019" y="12867"/>
                    <a:pt x="21366" y="18457"/>
                  </a:cubicBezTo>
                  <a:cubicBezTo>
                    <a:pt x="13904" y="22040"/>
                    <a:pt x="1" y="23580"/>
                    <a:pt x="1" y="23580"/>
                  </a:cubicBezTo>
                  <a:cubicBezTo>
                    <a:pt x="4726" y="28963"/>
                    <a:pt x="11541" y="32049"/>
                    <a:pt x="18705" y="32049"/>
                  </a:cubicBezTo>
                  <a:cubicBezTo>
                    <a:pt x="18714" y="32049"/>
                    <a:pt x="18722" y="32049"/>
                    <a:pt x="18731" y="32049"/>
                  </a:cubicBezTo>
                  <a:cubicBezTo>
                    <a:pt x="32508" y="32049"/>
                    <a:pt x="43680" y="20878"/>
                    <a:pt x="43680" y="7100"/>
                  </a:cubicBezTo>
                  <a:cubicBezTo>
                    <a:pt x="43680" y="4694"/>
                    <a:pt x="43339" y="2303"/>
                    <a:pt x="42658" y="0"/>
                  </a:cubicBezTo>
                  <a:close/>
                </a:path>
              </a:pathLst>
            </a:custGeom>
            <a:solidFill>
              <a:srgbClr val="2D3962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-2738587" y="8113475"/>
              <a:ext cx="278000" cy="384000"/>
            </a:xfrm>
            <a:custGeom>
              <a:rect b="b" l="l" r="r" t="t"/>
              <a:pathLst>
                <a:path extrusionOk="0" h="15360" w="11120">
                  <a:moveTo>
                    <a:pt x="6540" y="1"/>
                  </a:moveTo>
                  <a:cubicBezTo>
                    <a:pt x="6275" y="1"/>
                    <a:pt x="6022" y="161"/>
                    <a:pt x="5915" y="420"/>
                  </a:cubicBezTo>
                  <a:lnTo>
                    <a:pt x="178" y="14434"/>
                  </a:lnTo>
                  <a:cubicBezTo>
                    <a:pt x="0" y="14879"/>
                    <a:pt x="326" y="15360"/>
                    <a:pt x="800" y="15360"/>
                  </a:cubicBezTo>
                  <a:lnTo>
                    <a:pt x="10453" y="15360"/>
                  </a:lnTo>
                  <a:cubicBezTo>
                    <a:pt x="10824" y="15360"/>
                    <a:pt x="11120" y="15056"/>
                    <a:pt x="11120" y="14686"/>
                  </a:cubicBezTo>
                  <a:cubicBezTo>
                    <a:pt x="11120" y="14323"/>
                    <a:pt x="10824" y="14020"/>
                    <a:pt x="10453" y="14020"/>
                  </a:cubicBezTo>
                  <a:lnTo>
                    <a:pt x="1792" y="14020"/>
                  </a:lnTo>
                  <a:lnTo>
                    <a:pt x="7152" y="924"/>
                  </a:lnTo>
                  <a:cubicBezTo>
                    <a:pt x="7300" y="583"/>
                    <a:pt x="7129" y="191"/>
                    <a:pt x="6789" y="50"/>
                  </a:cubicBezTo>
                  <a:cubicBezTo>
                    <a:pt x="6707" y="16"/>
                    <a:pt x="6623" y="1"/>
                    <a:pt x="6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-2723237" y="7935375"/>
              <a:ext cx="33350" cy="82575"/>
            </a:xfrm>
            <a:custGeom>
              <a:rect b="b" l="l" r="r" t="t"/>
              <a:pathLst>
                <a:path extrusionOk="0" h="3303" w="1334">
                  <a:moveTo>
                    <a:pt x="667" y="0"/>
                  </a:moveTo>
                  <a:cubicBezTo>
                    <a:pt x="297" y="0"/>
                    <a:pt x="0" y="296"/>
                    <a:pt x="0" y="667"/>
                  </a:cubicBezTo>
                  <a:lnTo>
                    <a:pt x="0" y="2636"/>
                  </a:lnTo>
                  <a:cubicBezTo>
                    <a:pt x="0" y="3006"/>
                    <a:pt x="297" y="3302"/>
                    <a:pt x="667" y="3302"/>
                  </a:cubicBezTo>
                  <a:cubicBezTo>
                    <a:pt x="1037" y="3302"/>
                    <a:pt x="1333" y="3006"/>
                    <a:pt x="1333" y="2636"/>
                  </a:cubicBezTo>
                  <a:lnTo>
                    <a:pt x="1333" y="667"/>
                  </a:lnTo>
                  <a:cubicBezTo>
                    <a:pt x="1333" y="296"/>
                    <a:pt x="10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-2723237" y="8970350"/>
              <a:ext cx="33350" cy="82550"/>
            </a:xfrm>
            <a:custGeom>
              <a:rect b="b" l="l" r="r" t="t"/>
              <a:pathLst>
                <a:path extrusionOk="0" h="3302" w="1334">
                  <a:moveTo>
                    <a:pt x="667" y="0"/>
                  </a:moveTo>
                  <a:cubicBezTo>
                    <a:pt x="297" y="0"/>
                    <a:pt x="0" y="296"/>
                    <a:pt x="0" y="666"/>
                  </a:cubicBezTo>
                  <a:lnTo>
                    <a:pt x="0" y="2636"/>
                  </a:lnTo>
                  <a:cubicBezTo>
                    <a:pt x="0" y="3006"/>
                    <a:pt x="297" y="3302"/>
                    <a:pt x="667" y="3302"/>
                  </a:cubicBezTo>
                  <a:cubicBezTo>
                    <a:pt x="1037" y="3302"/>
                    <a:pt x="1333" y="3006"/>
                    <a:pt x="1333" y="2636"/>
                  </a:cubicBezTo>
                  <a:lnTo>
                    <a:pt x="1333" y="666"/>
                  </a:lnTo>
                  <a:cubicBezTo>
                    <a:pt x="1333" y="296"/>
                    <a:pt x="10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-3266812" y="8473575"/>
              <a:ext cx="82575" cy="33350"/>
            </a:xfrm>
            <a:custGeom>
              <a:rect b="b" l="l" r="r" t="t"/>
              <a:pathLst>
                <a:path extrusionOk="0" h="1334" w="3303">
                  <a:moveTo>
                    <a:pt x="2641" y="0"/>
                  </a:moveTo>
                  <a:cubicBezTo>
                    <a:pt x="2632" y="0"/>
                    <a:pt x="2623" y="1"/>
                    <a:pt x="2614" y="1"/>
                  </a:cubicBezTo>
                  <a:lnTo>
                    <a:pt x="644" y="1"/>
                  </a:lnTo>
                  <a:cubicBezTo>
                    <a:pt x="289" y="8"/>
                    <a:pt x="0" y="304"/>
                    <a:pt x="0" y="667"/>
                  </a:cubicBezTo>
                  <a:cubicBezTo>
                    <a:pt x="0" y="1023"/>
                    <a:pt x="289" y="1319"/>
                    <a:pt x="644" y="1333"/>
                  </a:cubicBezTo>
                  <a:lnTo>
                    <a:pt x="2614" y="1333"/>
                  </a:lnTo>
                  <a:cubicBezTo>
                    <a:pt x="2622" y="1334"/>
                    <a:pt x="2631" y="1334"/>
                    <a:pt x="2640" y="1334"/>
                  </a:cubicBezTo>
                  <a:cubicBezTo>
                    <a:pt x="3006" y="1334"/>
                    <a:pt x="3302" y="1036"/>
                    <a:pt x="3302" y="667"/>
                  </a:cubicBezTo>
                  <a:cubicBezTo>
                    <a:pt x="3302" y="291"/>
                    <a:pt x="3006" y="0"/>
                    <a:pt x="2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-2230737" y="8473575"/>
              <a:ext cx="83675" cy="33350"/>
            </a:xfrm>
            <a:custGeom>
              <a:rect b="b" l="l" r="r" t="t"/>
              <a:pathLst>
                <a:path extrusionOk="0" h="1334" w="3347">
                  <a:moveTo>
                    <a:pt x="662" y="0"/>
                  </a:moveTo>
                  <a:cubicBezTo>
                    <a:pt x="297" y="0"/>
                    <a:pt x="1" y="291"/>
                    <a:pt x="1" y="667"/>
                  </a:cubicBezTo>
                  <a:cubicBezTo>
                    <a:pt x="1" y="1036"/>
                    <a:pt x="297" y="1334"/>
                    <a:pt x="663" y="1334"/>
                  </a:cubicBezTo>
                  <a:cubicBezTo>
                    <a:pt x="671" y="1334"/>
                    <a:pt x="680" y="1334"/>
                    <a:pt x="689" y="1333"/>
                  </a:cubicBezTo>
                  <a:lnTo>
                    <a:pt x="2658" y="1333"/>
                  </a:lnTo>
                  <a:cubicBezTo>
                    <a:pt x="2667" y="1334"/>
                    <a:pt x="2676" y="1334"/>
                    <a:pt x="2685" y="1334"/>
                  </a:cubicBezTo>
                  <a:cubicBezTo>
                    <a:pt x="3050" y="1334"/>
                    <a:pt x="3347" y="1036"/>
                    <a:pt x="3347" y="667"/>
                  </a:cubicBezTo>
                  <a:cubicBezTo>
                    <a:pt x="3347" y="291"/>
                    <a:pt x="3051" y="0"/>
                    <a:pt x="2685" y="0"/>
                  </a:cubicBezTo>
                  <a:cubicBezTo>
                    <a:pt x="2676" y="0"/>
                    <a:pt x="2667" y="1"/>
                    <a:pt x="2658" y="1"/>
                  </a:cubicBezTo>
                  <a:lnTo>
                    <a:pt x="689" y="1"/>
                  </a:lnTo>
                  <a:cubicBezTo>
                    <a:pt x="680" y="1"/>
                    <a:pt x="671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-3367862" y="7828950"/>
              <a:ext cx="1322600" cy="1322600"/>
            </a:xfrm>
            <a:custGeom>
              <a:rect b="b" l="l" r="r" t="t"/>
              <a:pathLst>
                <a:path extrusionOk="0" h="52904" w="52904">
                  <a:moveTo>
                    <a:pt x="26452" y="2999"/>
                  </a:moveTo>
                  <a:cubicBezTo>
                    <a:pt x="39385" y="2999"/>
                    <a:pt x="49898" y="13519"/>
                    <a:pt x="49898" y="26452"/>
                  </a:cubicBezTo>
                  <a:cubicBezTo>
                    <a:pt x="49898" y="39378"/>
                    <a:pt x="39385" y="49898"/>
                    <a:pt x="26452" y="49898"/>
                  </a:cubicBezTo>
                  <a:cubicBezTo>
                    <a:pt x="13526" y="49898"/>
                    <a:pt x="3006" y="39378"/>
                    <a:pt x="3006" y="26452"/>
                  </a:cubicBezTo>
                  <a:cubicBezTo>
                    <a:pt x="3006" y="13519"/>
                    <a:pt x="13526" y="2999"/>
                    <a:pt x="26452" y="2999"/>
                  </a:cubicBezTo>
                  <a:close/>
                  <a:moveTo>
                    <a:pt x="26452" y="0"/>
                  </a:moveTo>
                  <a:cubicBezTo>
                    <a:pt x="11867" y="0"/>
                    <a:pt x="0" y="11868"/>
                    <a:pt x="0" y="26452"/>
                  </a:cubicBezTo>
                  <a:cubicBezTo>
                    <a:pt x="0" y="41037"/>
                    <a:pt x="11867" y="52904"/>
                    <a:pt x="26452" y="52904"/>
                  </a:cubicBezTo>
                  <a:cubicBezTo>
                    <a:pt x="41036" y="52904"/>
                    <a:pt x="52904" y="41037"/>
                    <a:pt x="52904" y="26452"/>
                  </a:cubicBezTo>
                  <a:cubicBezTo>
                    <a:pt x="52904" y="11860"/>
                    <a:pt x="41036" y="0"/>
                    <a:pt x="26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2"/>
          <p:cNvGrpSpPr/>
          <p:nvPr/>
        </p:nvGrpSpPr>
        <p:grpSpPr>
          <a:xfrm>
            <a:off x="1936588" y="764768"/>
            <a:ext cx="5528105" cy="3759169"/>
            <a:chOff x="1936588" y="764768"/>
            <a:chExt cx="5528105" cy="3759169"/>
          </a:xfrm>
        </p:grpSpPr>
        <p:grpSp>
          <p:nvGrpSpPr>
            <p:cNvPr id="512" name="Google Shape;512;p2"/>
            <p:cNvGrpSpPr/>
            <p:nvPr/>
          </p:nvGrpSpPr>
          <p:grpSpPr>
            <a:xfrm>
              <a:off x="1936588" y="764768"/>
              <a:ext cx="5528105" cy="3759169"/>
              <a:chOff x="-5203576" y="3100143"/>
              <a:chExt cx="3057411" cy="2079071"/>
            </a:xfrm>
          </p:grpSpPr>
          <p:sp>
            <p:nvSpPr>
              <p:cNvPr id="513" name="Google Shape;513;p2"/>
              <p:cNvSpPr/>
              <p:nvPr/>
            </p:nvSpPr>
            <p:spPr>
              <a:xfrm>
                <a:off x="-5203576" y="3414690"/>
                <a:ext cx="54050" cy="46300"/>
              </a:xfrm>
              <a:custGeom>
                <a:rect b="b" l="l" r="r" t="t"/>
                <a:pathLst>
                  <a:path extrusionOk="0" h="1852" w="2162">
                    <a:moveTo>
                      <a:pt x="1236" y="497"/>
                    </a:moveTo>
                    <a:cubicBezTo>
                      <a:pt x="1481" y="497"/>
                      <a:pt x="1673" y="689"/>
                      <a:pt x="1673" y="926"/>
                    </a:cubicBezTo>
                    <a:cubicBezTo>
                      <a:pt x="1673" y="1186"/>
                      <a:pt x="1460" y="1358"/>
                      <a:pt x="1238" y="1358"/>
                    </a:cubicBezTo>
                    <a:cubicBezTo>
                      <a:pt x="1131" y="1358"/>
                      <a:pt x="1022" y="1318"/>
                      <a:pt x="933" y="1230"/>
                    </a:cubicBezTo>
                    <a:cubicBezTo>
                      <a:pt x="659" y="963"/>
                      <a:pt x="851" y="497"/>
                      <a:pt x="1236" y="497"/>
                    </a:cubicBezTo>
                    <a:close/>
                    <a:moveTo>
                      <a:pt x="1233" y="1"/>
                    </a:moveTo>
                    <a:cubicBezTo>
                      <a:pt x="1006" y="1"/>
                      <a:pt x="774" y="85"/>
                      <a:pt x="585" y="275"/>
                    </a:cubicBezTo>
                    <a:cubicBezTo>
                      <a:pt x="0" y="859"/>
                      <a:pt x="415" y="1851"/>
                      <a:pt x="1236" y="1851"/>
                    </a:cubicBezTo>
                    <a:cubicBezTo>
                      <a:pt x="1747" y="1851"/>
                      <a:pt x="2162" y="1437"/>
                      <a:pt x="2162" y="926"/>
                    </a:cubicBezTo>
                    <a:cubicBezTo>
                      <a:pt x="2162" y="370"/>
                      <a:pt x="1708" y="1"/>
                      <a:pt x="1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2"/>
              <p:cNvSpPr/>
              <p:nvPr/>
            </p:nvSpPr>
            <p:spPr>
              <a:xfrm>
                <a:off x="-2227090" y="5101439"/>
                <a:ext cx="80925" cy="7777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2"/>
              <p:cNvSpPr/>
              <p:nvPr/>
            </p:nvSpPr>
            <p:spPr>
              <a:xfrm>
                <a:off x="-3368844" y="3100143"/>
                <a:ext cx="54250" cy="46400"/>
              </a:xfrm>
              <a:custGeom>
                <a:rect b="b" l="l" r="r" t="t"/>
                <a:pathLst>
                  <a:path extrusionOk="0" h="1856" w="2170">
                    <a:moveTo>
                      <a:pt x="1244" y="493"/>
                    </a:moveTo>
                    <a:cubicBezTo>
                      <a:pt x="1481" y="493"/>
                      <a:pt x="1673" y="686"/>
                      <a:pt x="1673" y="930"/>
                    </a:cubicBezTo>
                    <a:cubicBezTo>
                      <a:pt x="1673" y="1190"/>
                      <a:pt x="1461" y="1362"/>
                      <a:pt x="1238" y="1362"/>
                    </a:cubicBezTo>
                    <a:cubicBezTo>
                      <a:pt x="1131" y="1362"/>
                      <a:pt x="1022" y="1322"/>
                      <a:pt x="933" y="1233"/>
                    </a:cubicBezTo>
                    <a:cubicBezTo>
                      <a:pt x="659" y="960"/>
                      <a:pt x="852" y="493"/>
                      <a:pt x="1244" y="493"/>
                    </a:cubicBezTo>
                    <a:close/>
                    <a:moveTo>
                      <a:pt x="1234" y="1"/>
                    </a:moveTo>
                    <a:cubicBezTo>
                      <a:pt x="1006" y="1"/>
                      <a:pt x="774" y="84"/>
                      <a:pt x="585" y="271"/>
                    </a:cubicBezTo>
                    <a:cubicBezTo>
                      <a:pt x="0" y="856"/>
                      <a:pt x="415" y="1855"/>
                      <a:pt x="1244" y="1855"/>
                    </a:cubicBezTo>
                    <a:cubicBezTo>
                      <a:pt x="1755" y="1855"/>
                      <a:pt x="2169" y="1441"/>
                      <a:pt x="2169" y="930"/>
                    </a:cubicBezTo>
                    <a:cubicBezTo>
                      <a:pt x="2169" y="369"/>
                      <a:pt x="1711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6" name="Google Shape;516;p2"/>
            <p:cNvSpPr/>
            <p:nvPr/>
          </p:nvSpPr>
          <p:spPr>
            <a:xfrm>
              <a:off x="2769573" y="4372067"/>
              <a:ext cx="97728" cy="83715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2"/>
          <p:cNvSpPr txBox="1"/>
          <p:nvPr/>
        </p:nvSpPr>
        <p:spPr>
          <a:xfrm>
            <a:off x="-668925" y="-1009350"/>
            <a:ext cx="530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fr" sz="36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Sadržaj prezentacije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"/>
          <p:cNvSpPr txBox="1"/>
          <p:nvPr/>
        </p:nvSpPr>
        <p:spPr>
          <a:xfrm>
            <a:off x="1047538" y="296150"/>
            <a:ext cx="77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Uvod</a:t>
            </a:r>
            <a:endParaRPr b="1" i="0" sz="19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19" name="Google Shape;519;p2"/>
          <p:cNvSpPr txBox="1"/>
          <p:nvPr/>
        </p:nvSpPr>
        <p:spPr>
          <a:xfrm>
            <a:off x="649775" y="962750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p2"/>
          <p:cNvSpPr txBox="1"/>
          <p:nvPr/>
        </p:nvSpPr>
        <p:spPr>
          <a:xfrm>
            <a:off x="140301" y="177200"/>
            <a:ext cx="77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p2"/>
          <p:cNvSpPr txBox="1"/>
          <p:nvPr/>
        </p:nvSpPr>
        <p:spPr>
          <a:xfrm>
            <a:off x="1755600" y="907900"/>
            <a:ext cx="3486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Upoznavanje sa alatom</a:t>
            </a:r>
            <a:endParaRPr b="1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2"/>
          <p:cNvSpPr txBox="1"/>
          <p:nvPr/>
        </p:nvSpPr>
        <p:spPr>
          <a:xfrm>
            <a:off x="959878" y="1867247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3" name="Google Shape;523;p2"/>
          <p:cNvSpPr txBox="1"/>
          <p:nvPr/>
        </p:nvSpPr>
        <p:spPr>
          <a:xfrm>
            <a:off x="1664253" y="2551872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p2"/>
          <p:cNvSpPr txBox="1"/>
          <p:nvPr/>
        </p:nvSpPr>
        <p:spPr>
          <a:xfrm>
            <a:off x="2206925" y="1867238"/>
            <a:ext cx="38358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Način upotrebe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2"/>
          <p:cNvSpPr txBox="1"/>
          <p:nvPr/>
        </p:nvSpPr>
        <p:spPr>
          <a:xfrm>
            <a:off x="2897850" y="2593550"/>
            <a:ext cx="5070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Lično iskustvo na osnovu upotrebe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6" name="Google Shape;526;p2"/>
          <p:cNvSpPr txBox="1"/>
          <p:nvPr/>
        </p:nvSpPr>
        <p:spPr>
          <a:xfrm>
            <a:off x="2534663" y="3378913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2"/>
          <p:cNvSpPr txBox="1"/>
          <p:nvPr/>
        </p:nvSpPr>
        <p:spPr>
          <a:xfrm>
            <a:off x="4022075" y="3378913"/>
            <a:ext cx="5070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Korisnička iskustva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2"/>
          <p:cNvSpPr txBox="1"/>
          <p:nvPr/>
        </p:nvSpPr>
        <p:spPr>
          <a:xfrm>
            <a:off x="3337278" y="4279197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2"/>
          <p:cNvSpPr txBox="1"/>
          <p:nvPr/>
        </p:nvSpPr>
        <p:spPr>
          <a:xfrm>
            <a:off x="4885125" y="4279200"/>
            <a:ext cx="5070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Zaključak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"/>
          <p:cNvSpPr/>
          <p:nvPr/>
        </p:nvSpPr>
        <p:spPr>
          <a:xfrm rot="9588918">
            <a:off x="-2996412" y="-961566"/>
            <a:ext cx="9695402" cy="5531998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"/>
          <p:cNvSpPr txBox="1"/>
          <p:nvPr>
            <p:ph type="title"/>
          </p:nvPr>
        </p:nvSpPr>
        <p:spPr>
          <a:xfrm>
            <a:off x="2148750" y="2719200"/>
            <a:ext cx="609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"/>
              <a:t>Uvod </a:t>
            </a:r>
            <a:endParaRPr/>
          </a:p>
        </p:txBody>
      </p:sp>
      <p:sp>
        <p:nvSpPr>
          <p:cNvPr id="536" name="Google Shape;536;p3"/>
          <p:cNvSpPr txBox="1"/>
          <p:nvPr>
            <p:ph idx="2" type="title"/>
          </p:nvPr>
        </p:nvSpPr>
        <p:spPr>
          <a:xfrm>
            <a:off x="2148750" y="1220375"/>
            <a:ext cx="609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"/>
              <a:t>01</a:t>
            </a:r>
            <a:endParaRPr/>
          </a:p>
        </p:txBody>
      </p:sp>
      <p:sp>
        <p:nvSpPr>
          <p:cNvPr id="537" name="Google Shape;537;p3"/>
          <p:cNvSpPr/>
          <p:nvPr/>
        </p:nvSpPr>
        <p:spPr>
          <a:xfrm rot="10800000">
            <a:off x="6174669" y="3274738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p3"/>
          <p:cNvGrpSpPr/>
          <p:nvPr/>
        </p:nvGrpSpPr>
        <p:grpSpPr>
          <a:xfrm>
            <a:off x="3380204" y="735067"/>
            <a:ext cx="577623" cy="608195"/>
            <a:chOff x="-4992271" y="2449430"/>
            <a:chExt cx="577623" cy="608195"/>
          </a:xfrm>
        </p:grpSpPr>
        <p:sp>
          <p:nvSpPr>
            <p:cNvPr id="539" name="Google Shape;539;p3"/>
            <p:cNvSpPr/>
            <p:nvPr/>
          </p:nvSpPr>
          <p:spPr>
            <a:xfrm>
              <a:off x="-4992271" y="2449430"/>
              <a:ext cx="577623" cy="608195"/>
            </a:xfrm>
            <a:custGeom>
              <a:rect b="b" l="l" r="r" t="t"/>
              <a:pathLst>
                <a:path extrusionOk="0" h="21764" w="20670">
                  <a:moveTo>
                    <a:pt x="3800" y="0"/>
                  </a:moveTo>
                  <a:cubicBezTo>
                    <a:pt x="1703" y="0"/>
                    <a:pt x="1" y="1703"/>
                    <a:pt x="1" y="3800"/>
                  </a:cubicBezTo>
                  <a:lnTo>
                    <a:pt x="1" y="17964"/>
                  </a:lnTo>
                  <a:cubicBezTo>
                    <a:pt x="1" y="20061"/>
                    <a:pt x="1703" y="21764"/>
                    <a:pt x="3800" y="21764"/>
                  </a:cubicBezTo>
                  <a:lnTo>
                    <a:pt x="16901" y="21764"/>
                  </a:lnTo>
                  <a:cubicBezTo>
                    <a:pt x="18998" y="21764"/>
                    <a:pt x="20670" y="20061"/>
                    <a:pt x="20670" y="17964"/>
                  </a:cubicBezTo>
                  <a:lnTo>
                    <a:pt x="20670" y="3800"/>
                  </a:lnTo>
                  <a:cubicBezTo>
                    <a:pt x="20670" y="1703"/>
                    <a:pt x="18998" y="0"/>
                    <a:pt x="1690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-4822393" y="2542850"/>
              <a:ext cx="238734" cy="303287"/>
            </a:xfrm>
            <a:custGeom>
              <a:rect b="b" l="l" r="r" t="t"/>
              <a:pathLst>
                <a:path extrusionOk="0" h="10853" w="8543">
                  <a:moveTo>
                    <a:pt x="4256" y="1"/>
                  </a:moveTo>
                  <a:cubicBezTo>
                    <a:pt x="1916" y="1"/>
                    <a:pt x="1" y="1916"/>
                    <a:pt x="1" y="4256"/>
                  </a:cubicBezTo>
                  <a:lnTo>
                    <a:pt x="1" y="10852"/>
                  </a:lnTo>
                  <a:lnTo>
                    <a:pt x="8542" y="10852"/>
                  </a:lnTo>
                  <a:lnTo>
                    <a:pt x="8542" y="4256"/>
                  </a:lnTo>
                  <a:cubicBezTo>
                    <a:pt x="8542" y="1916"/>
                    <a:pt x="6627" y="1"/>
                    <a:pt x="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-4790117" y="2834652"/>
              <a:ext cx="151238" cy="129553"/>
            </a:xfrm>
            <a:custGeom>
              <a:rect b="b" l="l" r="r" t="t"/>
              <a:pathLst>
                <a:path extrusionOk="0" h="4636" w="5412">
                  <a:moveTo>
                    <a:pt x="3080" y="1"/>
                  </a:moveTo>
                  <a:cubicBezTo>
                    <a:pt x="2511" y="1"/>
                    <a:pt x="1932" y="212"/>
                    <a:pt x="1460" y="684"/>
                  </a:cubicBezTo>
                  <a:cubicBezTo>
                    <a:pt x="1" y="2143"/>
                    <a:pt x="1034" y="4635"/>
                    <a:pt x="3101" y="4635"/>
                  </a:cubicBezTo>
                  <a:cubicBezTo>
                    <a:pt x="4378" y="4635"/>
                    <a:pt x="5411" y="3602"/>
                    <a:pt x="5411" y="2325"/>
                  </a:cubicBezTo>
                  <a:cubicBezTo>
                    <a:pt x="5411" y="926"/>
                    <a:pt x="4270" y="1"/>
                    <a:pt x="3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-4871660" y="2695765"/>
              <a:ext cx="337268" cy="203887"/>
            </a:xfrm>
            <a:custGeom>
              <a:rect b="b" l="l" r="r" t="t"/>
              <a:pathLst>
                <a:path extrusionOk="0" h="7296" w="12069">
                  <a:moveTo>
                    <a:pt x="6019" y="0"/>
                  </a:moveTo>
                  <a:cubicBezTo>
                    <a:pt x="2706" y="0"/>
                    <a:pt x="1" y="3678"/>
                    <a:pt x="1" y="5228"/>
                  </a:cubicBezTo>
                  <a:cubicBezTo>
                    <a:pt x="1" y="6809"/>
                    <a:pt x="2706" y="7295"/>
                    <a:pt x="6019" y="7295"/>
                  </a:cubicBezTo>
                  <a:cubicBezTo>
                    <a:pt x="9363" y="7295"/>
                    <a:pt x="12068" y="6809"/>
                    <a:pt x="12068" y="5228"/>
                  </a:cubicBezTo>
                  <a:cubicBezTo>
                    <a:pt x="12068" y="3678"/>
                    <a:pt x="9363" y="0"/>
                    <a:pt x="6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-4779917" y="2592117"/>
              <a:ext cx="73942" cy="146991"/>
            </a:xfrm>
            <a:custGeom>
              <a:rect b="b" l="l" r="r" t="t"/>
              <a:pathLst>
                <a:path extrusionOk="0" h="5260" w="2646">
                  <a:moveTo>
                    <a:pt x="1885" y="1"/>
                  </a:moveTo>
                  <a:cubicBezTo>
                    <a:pt x="852" y="1"/>
                    <a:pt x="1" y="852"/>
                    <a:pt x="1" y="1885"/>
                  </a:cubicBezTo>
                  <a:lnTo>
                    <a:pt x="1" y="4682"/>
                  </a:lnTo>
                  <a:cubicBezTo>
                    <a:pt x="1" y="4986"/>
                    <a:pt x="274" y="5259"/>
                    <a:pt x="578" y="5259"/>
                  </a:cubicBezTo>
                  <a:cubicBezTo>
                    <a:pt x="882" y="5259"/>
                    <a:pt x="1156" y="4986"/>
                    <a:pt x="1156" y="4682"/>
                  </a:cubicBezTo>
                  <a:lnTo>
                    <a:pt x="1156" y="1885"/>
                  </a:lnTo>
                  <a:cubicBezTo>
                    <a:pt x="1156" y="1490"/>
                    <a:pt x="1460" y="1156"/>
                    <a:pt x="1885" y="1156"/>
                  </a:cubicBezTo>
                  <a:cubicBezTo>
                    <a:pt x="2645" y="1156"/>
                    <a:pt x="2645" y="1"/>
                    <a:pt x="1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p3"/>
          <p:cNvGrpSpPr/>
          <p:nvPr/>
        </p:nvGrpSpPr>
        <p:grpSpPr>
          <a:xfrm>
            <a:off x="1458736" y="1440315"/>
            <a:ext cx="2735126" cy="2340971"/>
            <a:chOff x="685797" y="694520"/>
            <a:chExt cx="2554044" cy="2185984"/>
          </a:xfrm>
        </p:grpSpPr>
        <p:sp>
          <p:nvSpPr>
            <p:cNvPr id="545" name="Google Shape;545;p3"/>
            <p:cNvSpPr/>
            <p:nvPr/>
          </p:nvSpPr>
          <p:spPr>
            <a:xfrm>
              <a:off x="685797" y="2601775"/>
              <a:ext cx="1371803" cy="278729"/>
            </a:xfrm>
            <a:custGeom>
              <a:rect b="b" l="l" r="r" t="t"/>
              <a:pathLst>
                <a:path extrusionOk="0" h="9700" w="112190">
                  <a:moveTo>
                    <a:pt x="56769" y="1"/>
                  </a:moveTo>
                  <a:cubicBezTo>
                    <a:pt x="26156" y="1"/>
                    <a:pt x="1" y="1"/>
                    <a:pt x="1341" y="5235"/>
                  </a:cubicBezTo>
                  <a:cubicBezTo>
                    <a:pt x="2073" y="8078"/>
                    <a:pt x="26156" y="9699"/>
                    <a:pt x="56769" y="9699"/>
                  </a:cubicBezTo>
                  <a:cubicBezTo>
                    <a:pt x="87374" y="9699"/>
                    <a:pt x="112189" y="8122"/>
                    <a:pt x="112189" y="5235"/>
                  </a:cubicBezTo>
                  <a:cubicBezTo>
                    <a:pt x="112189" y="1"/>
                    <a:pt x="87374" y="1"/>
                    <a:pt x="5676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6" name="Google Shape;546;p3"/>
            <p:cNvGrpSpPr/>
            <p:nvPr/>
          </p:nvGrpSpPr>
          <p:grpSpPr>
            <a:xfrm rot="-546016">
              <a:off x="889230" y="859982"/>
              <a:ext cx="2228899" cy="1716457"/>
              <a:chOff x="-6185225" y="3980838"/>
              <a:chExt cx="2094645" cy="1613069"/>
            </a:xfrm>
          </p:grpSpPr>
          <p:sp>
            <p:nvSpPr>
              <p:cNvPr id="547" name="Google Shape;547;p3"/>
              <p:cNvSpPr/>
              <p:nvPr/>
            </p:nvSpPr>
            <p:spPr>
              <a:xfrm>
                <a:off x="-6123215" y="5340977"/>
                <a:ext cx="46724" cy="46976"/>
              </a:xfrm>
              <a:custGeom>
                <a:rect b="b" l="l" r="r" t="t"/>
                <a:pathLst>
                  <a:path extrusionOk="0" h="1681" w="1672">
                    <a:moveTo>
                      <a:pt x="836" y="1"/>
                    </a:moveTo>
                    <a:cubicBezTo>
                      <a:pt x="418" y="1"/>
                      <a:pt x="0" y="282"/>
                      <a:pt x="0" y="844"/>
                    </a:cubicBezTo>
                    <a:cubicBezTo>
                      <a:pt x="0" y="875"/>
                      <a:pt x="0" y="905"/>
                      <a:pt x="0" y="905"/>
                    </a:cubicBezTo>
                    <a:cubicBezTo>
                      <a:pt x="46" y="1422"/>
                      <a:pt x="441" y="1680"/>
                      <a:pt x="836" y="1680"/>
                    </a:cubicBezTo>
                    <a:cubicBezTo>
                      <a:pt x="1231" y="1680"/>
                      <a:pt x="1626" y="1422"/>
                      <a:pt x="1672" y="905"/>
                    </a:cubicBezTo>
                    <a:cubicBezTo>
                      <a:pt x="1672" y="905"/>
                      <a:pt x="1672" y="875"/>
                      <a:pt x="1672" y="844"/>
                    </a:cubicBezTo>
                    <a:cubicBezTo>
                      <a:pt x="1672" y="282"/>
                      <a:pt x="1254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"/>
              <p:cNvSpPr/>
              <p:nvPr/>
            </p:nvSpPr>
            <p:spPr>
              <a:xfrm>
                <a:off x="-6185225" y="4092981"/>
                <a:ext cx="2094645" cy="1500926"/>
              </a:xfrm>
              <a:custGeom>
                <a:rect b="b" l="l" r="r" t="t"/>
                <a:pathLst>
                  <a:path extrusionOk="0" h="53710" w="74956">
                    <a:moveTo>
                      <a:pt x="3617" y="1"/>
                    </a:moveTo>
                    <a:cubicBezTo>
                      <a:pt x="1611" y="1"/>
                      <a:pt x="0" y="1612"/>
                      <a:pt x="0" y="3618"/>
                    </a:cubicBezTo>
                    <a:lnTo>
                      <a:pt x="0" y="50093"/>
                    </a:lnTo>
                    <a:cubicBezTo>
                      <a:pt x="0" y="52099"/>
                      <a:pt x="1611" y="53710"/>
                      <a:pt x="3617" y="53710"/>
                    </a:cubicBezTo>
                    <a:lnTo>
                      <a:pt x="71369" y="53710"/>
                    </a:lnTo>
                    <a:cubicBezTo>
                      <a:pt x="73345" y="53710"/>
                      <a:pt x="74956" y="52099"/>
                      <a:pt x="74956" y="50093"/>
                    </a:cubicBezTo>
                    <a:lnTo>
                      <a:pt x="74956" y="3618"/>
                    </a:lnTo>
                    <a:cubicBezTo>
                      <a:pt x="74956" y="1612"/>
                      <a:pt x="73345" y="1"/>
                      <a:pt x="713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"/>
              <p:cNvSpPr/>
              <p:nvPr/>
            </p:nvSpPr>
            <p:spPr>
              <a:xfrm>
                <a:off x="-6185225" y="4092981"/>
                <a:ext cx="2094645" cy="303287"/>
              </a:xfrm>
              <a:custGeom>
                <a:rect b="b" l="l" r="r" t="t"/>
                <a:pathLst>
                  <a:path extrusionOk="0" h="10853" w="74956">
                    <a:moveTo>
                      <a:pt x="3617" y="1"/>
                    </a:moveTo>
                    <a:cubicBezTo>
                      <a:pt x="1611" y="1"/>
                      <a:pt x="0" y="1612"/>
                      <a:pt x="0" y="3618"/>
                    </a:cubicBezTo>
                    <a:lnTo>
                      <a:pt x="0" y="10852"/>
                    </a:lnTo>
                    <a:lnTo>
                      <a:pt x="74956" y="10852"/>
                    </a:lnTo>
                    <a:lnTo>
                      <a:pt x="74956" y="3618"/>
                    </a:lnTo>
                    <a:cubicBezTo>
                      <a:pt x="74956" y="1612"/>
                      <a:pt x="73345" y="1"/>
                      <a:pt x="713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"/>
              <p:cNvSpPr/>
              <p:nvPr/>
            </p:nvSpPr>
            <p:spPr>
              <a:xfrm>
                <a:off x="-5514210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90" y="1"/>
                    </a:moveTo>
                    <a:cubicBezTo>
                      <a:pt x="669" y="1"/>
                      <a:pt x="1" y="669"/>
                      <a:pt x="1" y="1490"/>
                    </a:cubicBezTo>
                    <a:lnTo>
                      <a:pt x="1" y="4317"/>
                    </a:lnTo>
                    <a:cubicBezTo>
                      <a:pt x="1" y="5138"/>
                      <a:pt x="669" y="5776"/>
                      <a:pt x="1490" y="5776"/>
                    </a:cubicBezTo>
                    <a:lnTo>
                      <a:pt x="4317" y="5776"/>
                    </a:lnTo>
                    <a:cubicBezTo>
                      <a:pt x="5107" y="5776"/>
                      <a:pt x="5776" y="5138"/>
                      <a:pt x="5776" y="4317"/>
                    </a:cubicBezTo>
                    <a:lnTo>
                      <a:pt x="5776" y="1490"/>
                    </a:lnTo>
                    <a:cubicBezTo>
                      <a:pt x="5776" y="669"/>
                      <a:pt x="5107" y="1"/>
                      <a:pt x="43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"/>
              <p:cNvSpPr/>
              <p:nvPr/>
            </p:nvSpPr>
            <p:spPr>
              <a:xfrm>
                <a:off x="-5229646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59" y="1"/>
                    </a:moveTo>
                    <a:cubicBezTo>
                      <a:pt x="639" y="1"/>
                      <a:pt x="0" y="669"/>
                      <a:pt x="0" y="1490"/>
                    </a:cubicBezTo>
                    <a:lnTo>
                      <a:pt x="0" y="4317"/>
                    </a:lnTo>
                    <a:cubicBezTo>
                      <a:pt x="0" y="5138"/>
                      <a:pt x="639" y="5776"/>
                      <a:pt x="1459" y="5776"/>
                    </a:cubicBezTo>
                    <a:lnTo>
                      <a:pt x="4286" y="5776"/>
                    </a:lnTo>
                    <a:cubicBezTo>
                      <a:pt x="5107" y="5776"/>
                      <a:pt x="5775" y="5138"/>
                      <a:pt x="5775" y="4317"/>
                    </a:cubicBezTo>
                    <a:lnTo>
                      <a:pt x="5775" y="1490"/>
                    </a:lnTo>
                    <a:cubicBezTo>
                      <a:pt x="5775" y="669"/>
                      <a:pt x="5107" y="1"/>
                      <a:pt x="4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"/>
              <p:cNvSpPr/>
              <p:nvPr/>
            </p:nvSpPr>
            <p:spPr>
              <a:xfrm>
                <a:off x="-4945110" y="4498156"/>
                <a:ext cx="160572" cy="161410"/>
              </a:xfrm>
              <a:custGeom>
                <a:rect b="b" l="l" r="r" t="t"/>
                <a:pathLst>
                  <a:path extrusionOk="0" h="5776" w="5746">
                    <a:moveTo>
                      <a:pt x="1460" y="1"/>
                    </a:moveTo>
                    <a:cubicBezTo>
                      <a:pt x="639" y="1"/>
                      <a:pt x="1" y="669"/>
                      <a:pt x="1" y="1490"/>
                    </a:cubicBezTo>
                    <a:lnTo>
                      <a:pt x="1" y="4317"/>
                    </a:lnTo>
                    <a:cubicBezTo>
                      <a:pt x="1" y="5138"/>
                      <a:pt x="639" y="5776"/>
                      <a:pt x="1460" y="5776"/>
                    </a:cubicBezTo>
                    <a:lnTo>
                      <a:pt x="4287" y="5776"/>
                    </a:lnTo>
                    <a:cubicBezTo>
                      <a:pt x="5107" y="5776"/>
                      <a:pt x="5746" y="5138"/>
                      <a:pt x="5746" y="4317"/>
                    </a:cubicBezTo>
                    <a:lnTo>
                      <a:pt x="5746" y="1490"/>
                    </a:lnTo>
                    <a:cubicBezTo>
                      <a:pt x="5746" y="669"/>
                      <a:pt x="5107" y="1"/>
                      <a:pt x="42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"/>
              <p:cNvSpPr/>
              <p:nvPr/>
            </p:nvSpPr>
            <p:spPr>
              <a:xfrm>
                <a:off x="-4661385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59" y="1"/>
                    </a:moveTo>
                    <a:cubicBezTo>
                      <a:pt x="669" y="1"/>
                      <a:pt x="0" y="669"/>
                      <a:pt x="0" y="1490"/>
                    </a:cubicBezTo>
                    <a:lnTo>
                      <a:pt x="0" y="4317"/>
                    </a:lnTo>
                    <a:cubicBezTo>
                      <a:pt x="0" y="5138"/>
                      <a:pt x="669" y="5776"/>
                      <a:pt x="1459" y="5776"/>
                    </a:cubicBezTo>
                    <a:lnTo>
                      <a:pt x="4316" y="5776"/>
                    </a:lnTo>
                    <a:cubicBezTo>
                      <a:pt x="5107" y="5776"/>
                      <a:pt x="5775" y="5138"/>
                      <a:pt x="5775" y="4317"/>
                    </a:cubicBezTo>
                    <a:lnTo>
                      <a:pt x="5775" y="1490"/>
                    </a:lnTo>
                    <a:cubicBezTo>
                      <a:pt x="5775" y="669"/>
                      <a:pt x="5107" y="1"/>
                      <a:pt x="43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3"/>
              <p:cNvSpPr/>
              <p:nvPr/>
            </p:nvSpPr>
            <p:spPr>
              <a:xfrm>
                <a:off x="-4376849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60" y="1"/>
                    </a:moveTo>
                    <a:cubicBezTo>
                      <a:pt x="639" y="1"/>
                      <a:pt x="1" y="669"/>
                      <a:pt x="1" y="1490"/>
                    </a:cubicBezTo>
                    <a:lnTo>
                      <a:pt x="1" y="4317"/>
                    </a:lnTo>
                    <a:cubicBezTo>
                      <a:pt x="1" y="5138"/>
                      <a:pt x="639" y="5776"/>
                      <a:pt x="1460" y="5776"/>
                    </a:cubicBezTo>
                    <a:lnTo>
                      <a:pt x="4286" y="5776"/>
                    </a:lnTo>
                    <a:cubicBezTo>
                      <a:pt x="5107" y="5776"/>
                      <a:pt x="5776" y="5138"/>
                      <a:pt x="5776" y="4317"/>
                    </a:cubicBezTo>
                    <a:lnTo>
                      <a:pt x="5776" y="1490"/>
                    </a:lnTo>
                    <a:cubicBezTo>
                      <a:pt x="5776" y="669"/>
                      <a:pt x="5107" y="1"/>
                      <a:pt x="42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3"/>
              <p:cNvSpPr/>
              <p:nvPr/>
            </p:nvSpPr>
            <p:spPr>
              <a:xfrm>
                <a:off x="-6082444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89" y="0"/>
                    </a:moveTo>
                    <a:cubicBezTo>
                      <a:pt x="669" y="0"/>
                      <a:pt x="0" y="639"/>
                      <a:pt x="0" y="1459"/>
                    </a:cubicBezTo>
                    <a:lnTo>
                      <a:pt x="0" y="4256"/>
                    </a:lnTo>
                    <a:cubicBezTo>
                      <a:pt x="0" y="5077"/>
                      <a:pt x="669" y="5745"/>
                      <a:pt x="1489" y="5745"/>
                    </a:cubicBezTo>
                    <a:lnTo>
                      <a:pt x="4286" y="5745"/>
                    </a:lnTo>
                    <a:cubicBezTo>
                      <a:pt x="5106" y="5745"/>
                      <a:pt x="5775" y="5077"/>
                      <a:pt x="5775" y="4256"/>
                    </a:cubicBezTo>
                    <a:lnTo>
                      <a:pt x="5775" y="1459"/>
                    </a:lnTo>
                    <a:cubicBezTo>
                      <a:pt x="5775" y="639"/>
                      <a:pt x="5106" y="0"/>
                      <a:pt x="4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"/>
              <p:cNvSpPr/>
              <p:nvPr/>
            </p:nvSpPr>
            <p:spPr>
              <a:xfrm>
                <a:off x="-5797908" y="4768272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460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39" y="5745"/>
                      <a:pt x="1460" y="5745"/>
                    </a:cubicBezTo>
                    <a:lnTo>
                      <a:pt x="4256" y="5745"/>
                    </a:lnTo>
                    <a:cubicBezTo>
                      <a:pt x="5077" y="5745"/>
                      <a:pt x="5745" y="5077"/>
                      <a:pt x="5745" y="4256"/>
                    </a:cubicBezTo>
                    <a:lnTo>
                      <a:pt x="5745" y="1459"/>
                    </a:lnTo>
                    <a:cubicBezTo>
                      <a:pt x="5745" y="639"/>
                      <a:pt x="5077" y="0"/>
                      <a:pt x="4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"/>
              <p:cNvSpPr/>
              <p:nvPr/>
            </p:nvSpPr>
            <p:spPr>
              <a:xfrm>
                <a:off x="-5514210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90" y="0"/>
                    </a:moveTo>
                    <a:cubicBezTo>
                      <a:pt x="66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69" y="5745"/>
                      <a:pt x="1490" y="5745"/>
                    </a:cubicBezTo>
                    <a:lnTo>
                      <a:pt x="4287" y="5745"/>
                    </a:lnTo>
                    <a:cubicBezTo>
                      <a:pt x="5107" y="5745"/>
                      <a:pt x="5776" y="5077"/>
                      <a:pt x="5776" y="4256"/>
                    </a:cubicBezTo>
                    <a:lnTo>
                      <a:pt x="5776" y="1459"/>
                    </a:lnTo>
                    <a:cubicBezTo>
                      <a:pt x="5776" y="639"/>
                      <a:pt x="5107" y="0"/>
                      <a:pt x="42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3"/>
              <p:cNvSpPr/>
              <p:nvPr/>
            </p:nvSpPr>
            <p:spPr>
              <a:xfrm>
                <a:off x="-5295065" y="4702014"/>
                <a:ext cx="292221" cy="292221"/>
              </a:xfrm>
              <a:custGeom>
                <a:rect b="b" l="l" r="r" t="t"/>
                <a:pathLst>
                  <a:path extrusionOk="0" h="10457" w="10457">
                    <a:moveTo>
                      <a:pt x="1703" y="1"/>
                    </a:moveTo>
                    <a:cubicBezTo>
                      <a:pt x="761" y="1"/>
                      <a:pt x="1" y="760"/>
                      <a:pt x="1" y="1703"/>
                    </a:cubicBezTo>
                    <a:lnTo>
                      <a:pt x="1" y="8755"/>
                    </a:lnTo>
                    <a:cubicBezTo>
                      <a:pt x="1" y="9697"/>
                      <a:pt x="761" y="10457"/>
                      <a:pt x="1703" y="10457"/>
                    </a:cubicBezTo>
                    <a:lnTo>
                      <a:pt x="8755" y="10457"/>
                    </a:lnTo>
                    <a:cubicBezTo>
                      <a:pt x="9697" y="10457"/>
                      <a:pt x="10457" y="9697"/>
                      <a:pt x="10457" y="8755"/>
                    </a:cubicBezTo>
                    <a:lnTo>
                      <a:pt x="10457" y="1703"/>
                    </a:lnTo>
                    <a:cubicBezTo>
                      <a:pt x="10457" y="760"/>
                      <a:pt x="9697" y="1"/>
                      <a:pt x="87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3"/>
              <p:cNvSpPr/>
              <p:nvPr/>
            </p:nvSpPr>
            <p:spPr>
              <a:xfrm>
                <a:off x="-4945110" y="4768272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460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39" y="5745"/>
                      <a:pt x="1460" y="5745"/>
                    </a:cubicBezTo>
                    <a:lnTo>
                      <a:pt x="4256" y="5745"/>
                    </a:lnTo>
                    <a:cubicBezTo>
                      <a:pt x="5077" y="5745"/>
                      <a:pt x="5746" y="5077"/>
                      <a:pt x="5746" y="4256"/>
                    </a:cubicBezTo>
                    <a:lnTo>
                      <a:pt x="5746" y="1459"/>
                    </a:lnTo>
                    <a:cubicBezTo>
                      <a:pt x="5746" y="639"/>
                      <a:pt x="5077" y="0"/>
                      <a:pt x="4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"/>
              <p:cNvSpPr/>
              <p:nvPr/>
            </p:nvSpPr>
            <p:spPr>
              <a:xfrm>
                <a:off x="-4661385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89" y="0"/>
                    </a:moveTo>
                    <a:cubicBezTo>
                      <a:pt x="669" y="0"/>
                      <a:pt x="0" y="639"/>
                      <a:pt x="0" y="1459"/>
                    </a:cubicBezTo>
                    <a:lnTo>
                      <a:pt x="0" y="4256"/>
                    </a:lnTo>
                    <a:cubicBezTo>
                      <a:pt x="0" y="5077"/>
                      <a:pt x="669" y="5745"/>
                      <a:pt x="1489" y="5745"/>
                    </a:cubicBezTo>
                    <a:lnTo>
                      <a:pt x="4286" y="5745"/>
                    </a:lnTo>
                    <a:cubicBezTo>
                      <a:pt x="5107" y="5745"/>
                      <a:pt x="5775" y="5077"/>
                      <a:pt x="5775" y="4256"/>
                    </a:cubicBezTo>
                    <a:lnTo>
                      <a:pt x="5775" y="1459"/>
                    </a:lnTo>
                    <a:cubicBezTo>
                      <a:pt x="5775" y="639"/>
                      <a:pt x="5107" y="0"/>
                      <a:pt x="4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"/>
              <p:cNvSpPr/>
              <p:nvPr/>
            </p:nvSpPr>
            <p:spPr>
              <a:xfrm>
                <a:off x="-4376849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90" y="0"/>
                    </a:moveTo>
                    <a:cubicBezTo>
                      <a:pt x="66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69" y="5745"/>
                      <a:pt x="1490" y="5745"/>
                    </a:cubicBezTo>
                    <a:lnTo>
                      <a:pt x="4286" y="5745"/>
                    </a:lnTo>
                    <a:cubicBezTo>
                      <a:pt x="5107" y="5745"/>
                      <a:pt x="5776" y="5077"/>
                      <a:pt x="5776" y="4256"/>
                    </a:cubicBezTo>
                    <a:lnTo>
                      <a:pt x="5776" y="1459"/>
                    </a:lnTo>
                    <a:cubicBezTo>
                      <a:pt x="5776" y="639"/>
                      <a:pt x="5107" y="0"/>
                      <a:pt x="4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3"/>
              <p:cNvSpPr/>
              <p:nvPr/>
            </p:nvSpPr>
            <p:spPr>
              <a:xfrm>
                <a:off x="-6082444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7" y="0"/>
                    </a:moveTo>
                    <a:cubicBezTo>
                      <a:pt x="578" y="0"/>
                      <a:pt x="0" y="608"/>
                      <a:pt x="0" y="1338"/>
                    </a:cubicBezTo>
                    <a:lnTo>
                      <a:pt x="0" y="4438"/>
                    </a:lnTo>
                    <a:cubicBezTo>
                      <a:pt x="0" y="5198"/>
                      <a:pt x="578" y="5776"/>
                      <a:pt x="1337" y="5776"/>
                    </a:cubicBezTo>
                    <a:lnTo>
                      <a:pt x="4438" y="5776"/>
                    </a:lnTo>
                    <a:cubicBezTo>
                      <a:pt x="5167" y="5776"/>
                      <a:pt x="5775" y="5198"/>
                      <a:pt x="5775" y="4438"/>
                    </a:cubicBezTo>
                    <a:lnTo>
                      <a:pt x="5775" y="1338"/>
                    </a:lnTo>
                    <a:cubicBezTo>
                      <a:pt x="5775" y="608"/>
                      <a:pt x="5167" y="0"/>
                      <a:pt x="4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3"/>
              <p:cNvSpPr/>
              <p:nvPr/>
            </p:nvSpPr>
            <p:spPr>
              <a:xfrm>
                <a:off x="-5797908" y="5036684"/>
                <a:ext cx="160572" cy="161410"/>
              </a:xfrm>
              <a:custGeom>
                <a:rect b="b" l="l" r="r" t="t"/>
                <a:pathLst>
                  <a:path extrusionOk="0" h="5776" w="5746">
                    <a:moveTo>
                      <a:pt x="1308" y="0"/>
                    </a:moveTo>
                    <a:cubicBezTo>
                      <a:pt x="578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578" y="5776"/>
                      <a:pt x="1308" y="5776"/>
                    </a:cubicBezTo>
                    <a:lnTo>
                      <a:pt x="4438" y="5776"/>
                    </a:lnTo>
                    <a:cubicBezTo>
                      <a:pt x="5168" y="5776"/>
                      <a:pt x="5745" y="5198"/>
                      <a:pt x="5745" y="4438"/>
                    </a:cubicBezTo>
                    <a:lnTo>
                      <a:pt x="5745" y="1338"/>
                    </a:lnTo>
                    <a:cubicBezTo>
                      <a:pt x="5745" y="608"/>
                      <a:pt x="5168" y="0"/>
                      <a:pt x="44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"/>
              <p:cNvSpPr/>
              <p:nvPr/>
            </p:nvSpPr>
            <p:spPr>
              <a:xfrm>
                <a:off x="-5514210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8" y="0"/>
                    </a:moveTo>
                    <a:cubicBezTo>
                      <a:pt x="609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609" y="5776"/>
                      <a:pt x="1338" y="5776"/>
                    </a:cubicBezTo>
                    <a:lnTo>
                      <a:pt x="4439" y="5776"/>
                    </a:lnTo>
                    <a:cubicBezTo>
                      <a:pt x="5168" y="5776"/>
                      <a:pt x="5776" y="5198"/>
                      <a:pt x="5776" y="4438"/>
                    </a:cubicBezTo>
                    <a:lnTo>
                      <a:pt x="5776" y="1338"/>
                    </a:lnTo>
                    <a:cubicBezTo>
                      <a:pt x="5776" y="608"/>
                      <a:pt x="5168" y="0"/>
                      <a:pt x="44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"/>
              <p:cNvSpPr/>
              <p:nvPr/>
            </p:nvSpPr>
            <p:spPr>
              <a:xfrm>
                <a:off x="-5229646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8" y="0"/>
                    </a:moveTo>
                    <a:cubicBezTo>
                      <a:pt x="578" y="0"/>
                      <a:pt x="0" y="608"/>
                      <a:pt x="0" y="1338"/>
                    </a:cubicBezTo>
                    <a:lnTo>
                      <a:pt x="0" y="4438"/>
                    </a:lnTo>
                    <a:cubicBezTo>
                      <a:pt x="0" y="5198"/>
                      <a:pt x="578" y="5776"/>
                      <a:pt x="1338" y="5776"/>
                    </a:cubicBezTo>
                    <a:lnTo>
                      <a:pt x="4438" y="5776"/>
                    </a:lnTo>
                    <a:cubicBezTo>
                      <a:pt x="5168" y="5776"/>
                      <a:pt x="5775" y="5198"/>
                      <a:pt x="5775" y="4438"/>
                    </a:cubicBezTo>
                    <a:lnTo>
                      <a:pt x="5775" y="1338"/>
                    </a:lnTo>
                    <a:cubicBezTo>
                      <a:pt x="5775" y="608"/>
                      <a:pt x="5168" y="0"/>
                      <a:pt x="4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"/>
              <p:cNvSpPr/>
              <p:nvPr/>
            </p:nvSpPr>
            <p:spPr>
              <a:xfrm>
                <a:off x="-4945110" y="5036684"/>
                <a:ext cx="160572" cy="161410"/>
              </a:xfrm>
              <a:custGeom>
                <a:rect b="b" l="l" r="r" t="t"/>
                <a:pathLst>
                  <a:path extrusionOk="0" h="5776" w="5746">
                    <a:moveTo>
                      <a:pt x="1308" y="0"/>
                    </a:moveTo>
                    <a:cubicBezTo>
                      <a:pt x="578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578" y="5776"/>
                      <a:pt x="1308" y="5776"/>
                    </a:cubicBezTo>
                    <a:lnTo>
                      <a:pt x="4439" y="5776"/>
                    </a:lnTo>
                    <a:cubicBezTo>
                      <a:pt x="5168" y="5776"/>
                      <a:pt x="5746" y="5198"/>
                      <a:pt x="5746" y="4438"/>
                    </a:cubicBezTo>
                    <a:lnTo>
                      <a:pt x="5746" y="1338"/>
                    </a:lnTo>
                    <a:cubicBezTo>
                      <a:pt x="5746" y="608"/>
                      <a:pt x="5168" y="0"/>
                      <a:pt x="44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3"/>
              <p:cNvSpPr/>
              <p:nvPr/>
            </p:nvSpPr>
            <p:spPr>
              <a:xfrm>
                <a:off x="-4661385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7" y="0"/>
                    </a:moveTo>
                    <a:cubicBezTo>
                      <a:pt x="608" y="0"/>
                      <a:pt x="0" y="608"/>
                      <a:pt x="0" y="1338"/>
                    </a:cubicBezTo>
                    <a:lnTo>
                      <a:pt x="0" y="4438"/>
                    </a:lnTo>
                    <a:cubicBezTo>
                      <a:pt x="0" y="5198"/>
                      <a:pt x="608" y="5776"/>
                      <a:pt x="1337" y="5776"/>
                    </a:cubicBezTo>
                    <a:lnTo>
                      <a:pt x="4438" y="5776"/>
                    </a:lnTo>
                    <a:cubicBezTo>
                      <a:pt x="5167" y="5776"/>
                      <a:pt x="5775" y="5198"/>
                      <a:pt x="5775" y="4438"/>
                    </a:cubicBezTo>
                    <a:lnTo>
                      <a:pt x="5775" y="1338"/>
                    </a:lnTo>
                    <a:cubicBezTo>
                      <a:pt x="5775" y="608"/>
                      <a:pt x="5167" y="0"/>
                      <a:pt x="44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"/>
              <p:cNvSpPr/>
              <p:nvPr/>
            </p:nvSpPr>
            <p:spPr>
              <a:xfrm>
                <a:off x="-4376849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8" y="0"/>
                    </a:moveTo>
                    <a:cubicBezTo>
                      <a:pt x="578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578" y="5776"/>
                      <a:pt x="1338" y="5776"/>
                    </a:cubicBezTo>
                    <a:lnTo>
                      <a:pt x="4438" y="5776"/>
                    </a:lnTo>
                    <a:cubicBezTo>
                      <a:pt x="5168" y="5776"/>
                      <a:pt x="5776" y="5198"/>
                      <a:pt x="5776" y="4438"/>
                    </a:cubicBezTo>
                    <a:lnTo>
                      <a:pt x="5776" y="1338"/>
                    </a:lnTo>
                    <a:cubicBezTo>
                      <a:pt x="5776" y="608"/>
                      <a:pt x="5168" y="0"/>
                      <a:pt x="44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"/>
              <p:cNvSpPr/>
              <p:nvPr/>
            </p:nvSpPr>
            <p:spPr>
              <a:xfrm>
                <a:off x="-6082444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7" y="0"/>
                      <a:pt x="0" y="517"/>
                      <a:pt x="0" y="1216"/>
                    </a:cubicBezTo>
                    <a:lnTo>
                      <a:pt x="0" y="4529"/>
                    </a:lnTo>
                    <a:cubicBezTo>
                      <a:pt x="0" y="5198"/>
                      <a:pt x="547" y="5745"/>
                      <a:pt x="1216" y="5745"/>
                    </a:cubicBezTo>
                    <a:lnTo>
                      <a:pt x="4559" y="5745"/>
                    </a:lnTo>
                    <a:cubicBezTo>
                      <a:pt x="5228" y="5745"/>
                      <a:pt x="5775" y="5198"/>
                      <a:pt x="5775" y="4529"/>
                    </a:cubicBezTo>
                    <a:lnTo>
                      <a:pt x="5775" y="1216"/>
                    </a:lnTo>
                    <a:cubicBezTo>
                      <a:pt x="5775" y="517"/>
                      <a:pt x="5228" y="0"/>
                      <a:pt x="4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3"/>
              <p:cNvSpPr/>
              <p:nvPr/>
            </p:nvSpPr>
            <p:spPr>
              <a:xfrm>
                <a:off x="-5797908" y="5306800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216" y="0"/>
                    </a:moveTo>
                    <a:cubicBezTo>
                      <a:pt x="517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17" y="5745"/>
                      <a:pt x="1216" y="5745"/>
                    </a:cubicBezTo>
                    <a:lnTo>
                      <a:pt x="4530" y="5745"/>
                    </a:lnTo>
                    <a:cubicBezTo>
                      <a:pt x="5198" y="5745"/>
                      <a:pt x="5745" y="5198"/>
                      <a:pt x="5745" y="4529"/>
                    </a:cubicBezTo>
                    <a:lnTo>
                      <a:pt x="5745" y="1216"/>
                    </a:lnTo>
                    <a:cubicBezTo>
                      <a:pt x="5745" y="517"/>
                      <a:pt x="5198" y="0"/>
                      <a:pt x="4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3"/>
              <p:cNvSpPr/>
              <p:nvPr/>
            </p:nvSpPr>
            <p:spPr>
              <a:xfrm>
                <a:off x="-5514210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7" y="0"/>
                    </a:moveTo>
                    <a:cubicBezTo>
                      <a:pt x="548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48" y="5745"/>
                      <a:pt x="1217" y="5745"/>
                    </a:cubicBezTo>
                    <a:lnTo>
                      <a:pt x="4560" y="5745"/>
                    </a:lnTo>
                    <a:cubicBezTo>
                      <a:pt x="5229" y="5745"/>
                      <a:pt x="5776" y="5198"/>
                      <a:pt x="5776" y="4529"/>
                    </a:cubicBezTo>
                    <a:lnTo>
                      <a:pt x="5776" y="1216"/>
                    </a:lnTo>
                    <a:cubicBezTo>
                      <a:pt x="5776" y="517"/>
                      <a:pt x="5229" y="0"/>
                      <a:pt x="45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"/>
              <p:cNvSpPr/>
              <p:nvPr/>
            </p:nvSpPr>
            <p:spPr>
              <a:xfrm>
                <a:off x="-5229646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7" y="0"/>
                      <a:pt x="0" y="517"/>
                      <a:pt x="0" y="1216"/>
                    </a:cubicBezTo>
                    <a:lnTo>
                      <a:pt x="0" y="4529"/>
                    </a:lnTo>
                    <a:cubicBezTo>
                      <a:pt x="0" y="5198"/>
                      <a:pt x="547" y="5745"/>
                      <a:pt x="1216" y="5745"/>
                    </a:cubicBezTo>
                    <a:lnTo>
                      <a:pt x="4560" y="5745"/>
                    </a:lnTo>
                    <a:cubicBezTo>
                      <a:pt x="5228" y="5745"/>
                      <a:pt x="5775" y="5198"/>
                      <a:pt x="5775" y="4529"/>
                    </a:cubicBezTo>
                    <a:lnTo>
                      <a:pt x="5775" y="1216"/>
                    </a:lnTo>
                    <a:cubicBezTo>
                      <a:pt x="5775" y="517"/>
                      <a:pt x="5228" y="0"/>
                      <a:pt x="45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"/>
              <p:cNvSpPr/>
              <p:nvPr/>
            </p:nvSpPr>
            <p:spPr>
              <a:xfrm>
                <a:off x="-4945110" y="5306800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217" y="0"/>
                    </a:moveTo>
                    <a:cubicBezTo>
                      <a:pt x="518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18" y="5745"/>
                      <a:pt x="1217" y="5745"/>
                    </a:cubicBezTo>
                    <a:lnTo>
                      <a:pt x="4530" y="5745"/>
                    </a:lnTo>
                    <a:cubicBezTo>
                      <a:pt x="5199" y="5745"/>
                      <a:pt x="5746" y="5198"/>
                      <a:pt x="5746" y="4529"/>
                    </a:cubicBezTo>
                    <a:lnTo>
                      <a:pt x="5746" y="1216"/>
                    </a:lnTo>
                    <a:cubicBezTo>
                      <a:pt x="5746" y="517"/>
                      <a:pt x="5199" y="0"/>
                      <a:pt x="4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3"/>
              <p:cNvSpPr/>
              <p:nvPr/>
            </p:nvSpPr>
            <p:spPr>
              <a:xfrm>
                <a:off x="-4661385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7" y="0"/>
                      <a:pt x="0" y="517"/>
                      <a:pt x="0" y="1216"/>
                    </a:cubicBezTo>
                    <a:lnTo>
                      <a:pt x="0" y="4529"/>
                    </a:lnTo>
                    <a:cubicBezTo>
                      <a:pt x="0" y="5198"/>
                      <a:pt x="547" y="5745"/>
                      <a:pt x="1216" y="5745"/>
                    </a:cubicBezTo>
                    <a:lnTo>
                      <a:pt x="4559" y="5745"/>
                    </a:lnTo>
                    <a:cubicBezTo>
                      <a:pt x="5228" y="5745"/>
                      <a:pt x="5775" y="5198"/>
                      <a:pt x="5775" y="4529"/>
                    </a:cubicBezTo>
                    <a:lnTo>
                      <a:pt x="5775" y="1216"/>
                    </a:lnTo>
                    <a:cubicBezTo>
                      <a:pt x="5775" y="517"/>
                      <a:pt x="5228" y="0"/>
                      <a:pt x="45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3"/>
              <p:cNvSpPr/>
              <p:nvPr/>
            </p:nvSpPr>
            <p:spPr>
              <a:xfrm>
                <a:off x="-4376849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8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48" y="5745"/>
                      <a:pt x="1216" y="5745"/>
                    </a:cubicBezTo>
                    <a:lnTo>
                      <a:pt x="4560" y="5745"/>
                    </a:lnTo>
                    <a:cubicBezTo>
                      <a:pt x="5229" y="5745"/>
                      <a:pt x="5776" y="5198"/>
                      <a:pt x="5776" y="4529"/>
                    </a:cubicBezTo>
                    <a:lnTo>
                      <a:pt x="5776" y="1216"/>
                    </a:lnTo>
                    <a:cubicBezTo>
                      <a:pt x="5776" y="517"/>
                      <a:pt x="5229" y="0"/>
                      <a:pt x="45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"/>
              <p:cNvSpPr/>
              <p:nvPr/>
            </p:nvSpPr>
            <p:spPr>
              <a:xfrm>
                <a:off x="-5530334" y="4562457"/>
                <a:ext cx="666796" cy="571084"/>
              </a:xfrm>
              <a:custGeom>
                <a:rect b="b" l="l" r="r" t="t"/>
                <a:pathLst>
                  <a:path extrusionOk="0" h="20436" w="23861">
                    <a:moveTo>
                      <a:pt x="13648" y="1165"/>
                    </a:moveTo>
                    <a:cubicBezTo>
                      <a:pt x="18633" y="1165"/>
                      <a:pt x="22706" y="5238"/>
                      <a:pt x="22706" y="10223"/>
                    </a:cubicBezTo>
                    <a:cubicBezTo>
                      <a:pt x="22706" y="15692"/>
                      <a:pt x="18240" y="19312"/>
                      <a:pt x="13582" y="19312"/>
                    </a:cubicBezTo>
                    <a:cubicBezTo>
                      <a:pt x="11354" y="19312"/>
                      <a:pt x="9083" y="18485"/>
                      <a:pt x="7234" y="16636"/>
                    </a:cubicBezTo>
                    <a:cubicBezTo>
                      <a:pt x="1520" y="10922"/>
                      <a:pt x="5563" y="1165"/>
                      <a:pt x="13648" y="1165"/>
                    </a:cubicBezTo>
                    <a:close/>
                    <a:moveTo>
                      <a:pt x="13575" y="0"/>
                    </a:moveTo>
                    <a:cubicBezTo>
                      <a:pt x="11062" y="0"/>
                      <a:pt x="8499" y="933"/>
                      <a:pt x="6414" y="3019"/>
                    </a:cubicBezTo>
                    <a:cubicBezTo>
                      <a:pt x="0" y="9432"/>
                      <a:pt x="4529" y="20436"/>
                      <a:pt x="13648" y="20436"/>
                    </a:cubicBezTo>
                    <a:cubicBezTo>
                      <a:pt x="19271" y="20436"/>
                      <a:pt x="23830" y="15876"/>
                      <a:pt x="23861" y="10223"/>
                    </a:cubicBezTo>
                    <a:cubicBezTo>
                      <a:pt x="23861" y="4076"/>
                      <a:pt x="18827" y="0"/>
                      <a:pt x="135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"/>
              <p:cNvSpPr/>
              <p:nvPr/>
            </p:nvSpPr>
            <p:spPr>
              <a:xfrm>
                <a:off x="-6090939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973" y="0"/>
                      <a:pt x="0" y="1003"/>
                      <a:pt x="0" y="2219"/>
                    </a:cubicBezTo>
                    <a:cubicBezTo>
                      <a:pt x="0" y="3465"/>
                      <a:pt x="97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3"/>
              <p:cNvSpPr/>
              <p:nvPr/>
            </p:nvSpPr>
            <p:spPr>
              <a:xfrm>
                <a:off x="-5729946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3"/>
              <p:cNvSpPr/>
              <p:nvPr/>
            </p:nvSpPr>
            <p:spPr>
              <a:xfrm>
                <a:off x="-5368952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50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50" y="4469"/>
                    </a:cubicBezTo>
                    <a:cubicBezTo>
                      <a:pt x="3466" y="4469"/>
                      <a:pt x="4469" y="3465"/>
                      <a:pt x="4469" y="2219"/>
                    </a:cubicBezTo>
                    <a:cubicBezTo>
                      <a:pt x="4469" y="1003"/>
                      <a:pt x="3466" y="0"/>
                      <a:pt x="22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"/>
              <p:cNvSpPr/>
              <p:nvPr/>
            </p:nvSpPr>
            <p:spPr>
              <a:xfrm>
                <a:off x="-5028330" y="4130008"/>
                <a:ext cx="146124" cy="125249"/>
              </a:xfrm>
              <a:custGeom>
                <a:rect b="b" l="l" r="r" t="t"/>
                <a:pathLst>
                  <a:path extrusionOk="0" h="4482" w="5229">
                    <a:moveTo>
                      <a:pt x="2955" y="0"/>
                    </a:moveTo>
                    <a:cubicBezTo>
                      <a:pt x="2406" y="0"/>
                      <a:pt x="1848" y="202"/>
                      <a:pt x="1398" y="652"/>
                    </a:cubicBezTo>
                    <a:cubicBezTo>
                      <a:pt x="0" y="2080"/>
                      <a:pt x="1003" y="4482"/>
                      <a:pt x="2979" y="4482"/>
                    </a:cubicBezTo>
                    <a:cubicBezTo>
                      <a:pt x="4225" y="4482"/>
                      <a:pt x="5228" y="3478"/>
                      <a:pt x="5228" y="2232"/>
                    </a:cubicBezTo>
                    <a:cubicBezTo>
                      <a:pt x="5228" y="893"/>
                      <a:pt x="4110" y="0"/>
                      <a:pt x="29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"/>
              <p:cNvSpPr/>
              <p:nvPr/>
            </p:nvSpPr>
            <p:spPr>
              <a:xfrm>
                <a:off x="-4646099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3"/>
              <p:cNvSpPr/>
              <p:nvPr/>
            </p:nvSpPr>
            <p:spPr>
              <a:xfrm>
                <a:off x="-4285105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3"/>
              <p:cNvSpPr/>
              <p:nvPr/>
            </p:nvSpPr>
            <p:spPr>
              <a:xfrm>
                <a:off x="-6068024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345" y="1"/>
                    </a:moveTo>
                    <a:cubicBezTo>
                      <a:pt x="581" y="1"/>
                      <a:pt x="1" y="627"/>
                      <a:pt x="1" y="1370"/>
                    </a:cubicBezTo>
                    <a:lnTo>
                      <a:pt x="1" y="7449"/>
                    </a:lnTo>
                    <a:cubicBezTo>
                      <a:pt x="1" y="8209"/>
                      <a:pt x="609" y="8816"/>
                      <a:pt x="1399" y="8816"/>
                    </a:cubicBezTo>
                    <a:cubicBezTo>
                      <a:pt x="2159" y="8816"/>
                      <a:pt x="2767" y="8178"/>
                      <a:pt x="2767" y="7418"/>
                    </a:cubicBezTo>
                    <a:lnTo>
                      <a:pt x="2767" y="1370"/>
                    </a:lnTo>
                    <a:cubicBezTo>
                      <a:pt x="2767" y="610"/>
                      <a:pt x="2159" y="2"/>
                      <a:pt x="1399" y="2"/>
                    </a:cubicBezTo>
                    <a:cubicBezTo>
                      <a:pt x="1381" y="1"/>
                      <a:pt x="1363" y="1"/>
                      <a:pt x="13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"/>
              <p:cNvSpPr/>
              <p:nvPr/>
            </p:nvSpPr>
            <p:spPr>
              <a:xfrm>
                <a:off x="-5706164" y="3980866"/>
                <a:ext cx="77324" cy="246363"/>
              </a:xfrm>
              <a:custGeom>
                <a:rect b="b" l="l" r="r" t="t"/>
                <a:pathLst>
                  <a:path extrusionOk="0" h="8816" w="2767">
                    <a:moveTo>
                      <a:pt x="1368" y="1"/>
                    </a:moveTo>
                    <a:cubicBezTo>
                      <a:pt x="608" y="1"/>
                      <a:pt x="0" y="609"/>
                      <a:pt x="0" y="1369"/>
                    </a:cubicBezTo>
                    <a:lnTo>
                      <a:pt x="0" y="7448"/>
                    </a:lnTo>
                    <a:cubicBezTo>
                      <a:pt x="0" y="8208"/>
                      <a:pt x="608" y="8815"/>
                      <a:pt x="1368" y="8815"/>
                    </a:cubicBezTo>
                    <a:cubicBezTo>
                      <a:pt x="2158" y="8815"/>
                      <a:pt x="2766" y="8177"/>
                      <a:pt x="2766" y="7417"/>
                    </a:cubicBezTo>
                    <a:lnTo>
                      <a:pt x="2766" y="1369"/>
                    </a:lnTo>
                    <a:cubicBezTo>
                      <a:pt x="2766" y="609"/>
                      <a:pt x="2128" y="1"/>
                      <a:pt x="13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"/>
              <p:cNvSpPr/>
              <p:nvPr/>
            </p:nvSpPr>
            <p:spPr>
              <a:xfrm>
                <a:off x="-5345171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345" y="1"/>
                    </a:moveTo>
                    <a:cubicBezTo>
                      <a:pt x="581" y="1"/>
                      <a:pt x="0" y="627"/>
                      <a:pt x="0" y="1370"/>
                    </a:cubicBezTo>
                    <a:lnTo>
                      <a:pt x="0" y="7449"/>
                    </a:lnTo>
                    <a:cubicBezTo>
                      <a:pt x="0" y="8209"/>
                      <a:pt x="608" y="8816"/>
                      <a:pt x="1399" y="8816"/>
                    </a:cubicBezTo>
                    <a:cubicBezTo>
                      <a:pt x="2159" y="8816"/>
                      <a:pt x="2766" y="8178"/>
                      <a:pt x="2766" y="7418"/>
                    </a:cubicBezTo>
                    <a:lnTo>
                      <a:pt x="2766" y="1370"/>
                    </a:lnTo>
                    <a:cubicBezTo>
                      <a:pt x="2766" y="610"/>
                      <a:pt x="2159" y="2"/>
                      <a:pt x="1399" y="2"/>
                    </a:cubicBezTo>
                    <a:cubicBezTo>
                      <a:pt x="1381" y="1"/>
                      <a:pt x="1363" y="1"/>
                      <a:pt x="13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3"/>
              <p:cNvSpPr/>
              <p:nvPr/>
            </p:nvSpPr>
            <p:spPr>
              <a:xfrm>
                <a:off x="-4984177" y="3980866"/>
                <a:ext cx="78190" cy="246363"/>
              </a:xfrm>
              <a:custGeom>
                <a:rect b="b" l="l" r="r" t="t"/>
                <a:pathLst>
                  <a:path extrusionOk="0" h="8816" w="2798">
                    <a:moveTo>
                      <a:pt x="1399" y="1"/>
                    </a:moveTo>
                    <a:cubicBezTo>
                      <a:pt x="639" y="1"/>
                      <a:pt x="1" y="609"/>
                      <a:pt x="1" y="1369"/>
                    </a:cubicBezTo>
                    <a:lnTo>
                      <a:pt x="1" y="7448"/>
                    </a:lnTo>
                    <a:cubicBezTo>
                      <a:pt x="1" y="8208"/>
                      <a:pt x="639" y="8815"/>
                      <a:pt x="1399" y="8815"/>
                    </a:cubicBezTo>
                    <a:cubicBezTo>
                      <a:pt x="2159" y="8815"/>
                      <a:pt x="2797" y="8177"/>
                      <a:pt x="2797" y="7417"/>
                    </a:cubicBezTo>
                    <a:lnTo>
                      <a:pt x="2797" y="1369"/>
                    </a:lnTo>
                    <a:cubicBezTo>
                      <a:pt x="2797" y="609"/>
                      <a:pt x="2159" y="1"/>
                      <a:pt x="13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3"/>
              <p:cNvSpPr/>
              <p:nvPr/>
            </p:nvSpPr>
            <p:spPr>
              <a:xfrm>
                <a:off x="-4622317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316" y="1"/>
                    </a:moveTo>
                    <a:cubicBezTo>
                      <a:pt x="581" y="1"/>
                      <a:pt x="0" y="627"/>
                      <a:pt x="0" y="1370"/>
                    </a:cubicBezTo>
                    <a:lnTo>
                      <a:pt x="0" y="7449"/>
                    </a:lnTo>
                    <a:cubicBezTo>
                      <a:pt x="0" y="8209"/>
                      <a:pt x="608" y="8816"/>
                      <a:pt x="1368" y="8816"/>
                    </a:cubicBezTo>
                    <a:cubicBezTo>
                      <a:pt x="2158" y="8816"/>
                      <a:pt x="2766" y="8178"/>
                      <a:pt x="2766" y="7418"/>
                    </a:cubicBezTo>
                    <a:lnTo>
                      <a:pt x="2766" y="1370"/>
                    </a:lnTo>
                    <a:cubicBezTo>
                      <a:pt x="2766" y="610"/>
                      <a:pt x="2128" y="2"/>
                      <a:pt x="1368" y="2"/>
                    </a:cubicBezTo>
                    <a:cubicBezTo>
                      <a:pt x="1351" y="1"/>
                      <a:pt x="1333" y="1"/>
                      <a:pt x="13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"/>
              <p:cNvSpPr/>
              <p:nvPr/>
            </p:nvSpPr>
            <p:spPr>
              <a:xfrm>
                <a:off x="-4261324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451" y="1"/>
                    </a:moveTo>
                    <a:cubicBezTo>
                      <a:pt x="1433" y="1"/>
                      <a:pt x="1416" y="1"/>
                      <a:pt x="1399" y="2"/>
                    </a:cubicBezTo>
                    <a:cubicBezTo>
                      <a:pt x="608" y="2"/>
                      <a:pt x="0" y="610"/>
                      <a:pt x="0" y="1370"/>
                    </a:cubicBezTo>
                    <a:lnTo>
                      <a:pt x="0" y="7449"/>
                    </a:lnTo>
                    <a:cubicBezTo>
                      <a:pt x="0" y="8209"/>
                      <a:pt x="608" y="8816"/>
                      <a:pt x="1399" y="8816"/>
                    </a:cubicBezTo>
                    <a:cubicBezTo>
                      <a:pt x="2158" y="8816"/>
                      <a:pt x="2766" y="8178"/>
                      <a:pt x="2766" y="7418"/>
                    </a:cubicBezTo>
                    <a:lnTo>
                      <a:pt x="2766" y="1370"/>
                    </a:lnTo>
                    <a:cubicBezTo>
                      <a:pt x="2766" y="627"/>
                      <a:pt x="2186" y="1"/>
                      <a:pt x="1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9" name="Google Shape;589;p3"/>
          <p:cNvGrpSpPr/>
          <p:nvPr/>
        </p:nvGrpSpPr>
        <p:grpSpPr>
          <a:xfrm flipH="1">
            <a:off x="7814283" y="4397100"/>
            <a:ext cx="1855981" cy="404387"/>
            <a:chOff x="373708" y="2493184"/>
            <a:chExt cx="1855981" cy="404387"/>
          </a:xfrm>
        </p:grpSpPr>
        <p:sp>
          <p:nvSpPr>
            <p:cNvPr id="590" name="Google Shape;590;p3"/>
            <p:cNvSpPr/>
            <p:nvPr/>
          </p:nvSpPr>
          <p:spPr>
            <a:xfrm>
              <a:off x="373708" y="2710857"/>
              <a:ext cx="1855981" cy="186714"/>
            </a:xfrm>
            <a:custGeom>
              <a:rect b="b" l="l" r="r" t="t"/>
              <a:pathLst>
                <a:path extrusionOk="0" h="6242" w="62047">
                  <a:moveTo>
                    <a:pt x="31390" y="1"/>
                  </a:moveTo>
                  <a:cubicBezTo>
                    <a:pt x="14459" y="1"/>
                    <a:pt x="0" y="1"/>
                    <a:pt x="741" y="3369"/>
                  </a:cubicBezTo>
                  <a:cubicBezTo>
                    <a:pt x="1141" y="5205"/>
                    <a:pt x="14459" y="6242"/>
                    <a:pt x="31390" y="6242"/>
                  </a:cubicBezTo>
                  <a:cubicBezTo>
                    <a:pt x="48321" y="6242"/>
                    <a:pt x="62047" y="5228"/>
                    <a:pt x="62047" y="3369"/>
                  </a:cubicBezTo>
                  <a:cubicBezTo>
                    <a:pt x="62047" y="1"/>
                    <a:pt x="48321" y="1"/>
                    <a:pt x="31390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809358" y="2495188"/>
              <a:ext cx="255363" cy="29077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2064691" y="2593720"/>
              <a:ext cx="100566" cy="94823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718061" y="2591506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718061" y="2689829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718061" y="2493184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712527" y="2493184"/>
              <a:ext cx="72209" cy="29499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531377" y="2493184"/>
              <a:ext cx="181180" cy="29499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3"/>
          <p:cNvGrpSpPr/>
          <p:nvPr/>
        </p:nvGrpSpPr>
        <p:grpSpPr>
          <a:xfrm flipH="1">
            <a:off x="2036995" y="1526768"/>
            <a:ext cx="4695118" cy="2997169"/>
            <a:chOff x="2769573" y="1526768"/>
            <a:chExt cx="4695118" cy="2997169"/>
          </a:xfrm>
        </p:grpSpPr>
        <p:grpSp>
          <p:nvGrpSpPr>
            <p:cNvPr id="599" name="Google Shape;599;p3"/>
            <p:cNvGrpSpPr/>
            <p:nvPr/>
          </p:nvGrpSpPr>
          <p:grpSpPr>
            <a:xfrm>
              <a:off x="4034765" y="1526768"/>
              <a:ext cx="3429926" cy="2997169"/>
              <a:chOff x="-4043143" y="3521580"/>
              <a:chExt cx="1896978" cy="1657634"/>
            </a:xfrm>
          </p:grpSpPr>
          <p:sp>
            <p:nvSpPr>
              <p:cNvPr id="600" name="Google Shape;600;p3"/>
              <p:cNvSpPr/>
              <p:nvPr/>
            </p:nvSpPr>
            <p:spPr>
              <a:xfrm>
                <a:off x="-3403742" y="3788280"/>
                <a:ext cx="81075" cy="77650"/>
              </a:xfrm>
              <a:custGeom>
                <a:rect b="b" l="l" r="r" t="t"/>
                <a:pathLst>
                  <a:path extrusionOk="0" h="3106" w="3243">
                    <a:moveTo>
                      <a:pt x="1618" y="0"/>
                    </a:moveTo>
                    <a:cubicBezTo>
                      <a:pt x="1488" y="0"/>
                      <a:pt x="1359" y="87"/>
                      <a:pt x="1370" y="261"/>
                    </a:cubicBezTo>
                    <a:lnTo>
                      <a:pt x="1370" y="1305"/>
                    </a:lnTo>
                    <a:lnTo>
                      <a:pt x="326" y="1305"/>
                    </a:lnTo>
                    <a:cubicBezTo>
                      <a:pt x="0" y="1305"/>
                      <a:pt x="0" y="1801"/>
                      <a:pt x="326" y="1801"/>
                    </a:cubicBezTo>
                    <a:lnTo>
                      <a:pt x="1370" y="1801"/>
                    </a:lnTo>
                    <a:lnTo>
                      <a:pt x="1370" y="2845"/>
                    </a:lnTo>
                    <a:cubicBezTo>
                      <a:pt x="1359" y="3019"/>
                      <a:pt x="1488" y="3106"/>
                      <a:pt x="1618" y="3106"/>
                    </a:cubicBezTo>
                    <a:cubicBezTo>
                      <a:pt x="1748" y="3106"/>
                      <a:pt x="1877" y="3019"/>
                      <a:pt x="1866" y="2845"/>
                    </a:cubicBezTo>
                    <a:lnTo>
                      <a:pt x="1866" y="1801"/>
                    </a:lnTo>
                    <a:lnTo>
                      <a:pt x="2910" y="1801"/>
                    </a:lnTo>
                    <a:cubicBezTo>
                      <a:pt x="3243" y="1801"/>
                      <a:pt x="3243" y="1305"/>
                      <a:pt x="2910" y="1305"/>
                    </a:cubicBezTo>
                    <a:lnTo>
                      <a:pt x="1866" y="1305"/>
                    </a:lnTo>
                    <a:lnTo>
                      <a:pt x="1866" y="261"/>
                    </a:lnTo>
                    <a:cubicBezTo>
                      <a:pt x="1877" y="87"/>
                      <a:pt x="1748" y="0"/>
                      <a:pt x="16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"/>
              <p:cNvSpPr/>
              <p:nvPr/>
            </p:nvSpPr>
            <p:spPr>
              <a:xfrm>
                <a:off x="-2227090" y="5101439"/>
                <a:ext cx="80925" cy="7777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3"/>
              <p:cNvSpPr/>
              <p:nvPr/>
            </p:nvSpPr>
            <p:spPr>
              <a:xfrm>
                <a:off x="-4043143" y="3521580"/>
                <a:ext cx="54250" cy="46400"/>
              </a:xfrm>
              <a:custGeom>
                <a:rect b="b" l="l" r="r" t="t"/>
                <a:pathLst>
                  <a:path extrusionOk="0" h="1856" w="2170">
                    <a:moveTo>
                      <a:pt x="1244" y="493"/>
                    </a:moveTo>
                    <a:cubicBezTo>
                      <a:pt x="1481" y="493"/>
                      <a:pt x="1673" y="686"/>
                      <a:pt x="1673" y="930"/>
                    </a:cubicBezTo>
                    <a:cubicBezTo>
                      <a:pt x="1673" y="1190"/>
                      <a:pt x="1461" y="1362"/>
                      <a:pt x="1238" y="1362"/>
                    </a:cubicBezTo>
                    <a:cubicBezTo>
                      <a:pt x="1131" y="1362"/>
                      <a:pt x="1022" y="1322"/>
                      <a:pt x="933" y="1233"/>
                    </a:cubicBezTo>
                    <a:cubicBezTo>
                      <a:pt x="659" y="960"/>
                      <a:pt x="852" y="493"/>
                      <a:pt x="1244" y="493"/>
                    </a:cubicBezTo>
                    <a:close/>
                    <a:moveTo>
                      <a:pt x="1234" y="1"/>
                    </a:moveTo>
                    <a:cubicBezTo>
                      <a:pt x="1006" y="1"/>
                      <a:pt x="774" y="84"/>
                      <a:pt x="585" y="271"/>
                    </a:cubicBezTo>
                    <a:cubicBezTo>
                      <a:pt x="0" y="856"/>
                      <a:pt x="415" y="1855"/>
                      <a:pt x="1244" y="1855"/>
                    </a:cubicBezTo>
                    <a:cubicBezTo>
                      <a:pt x="1755" y="1855"/>
                      <a:pt x="2169" y="1441"/>
                      <a:pt x="2169" y="930"/>
                    </a:cubicBezTo>
                    <a:cubicBezTo>
                      <a:pt x="2169" y="369"/>
                      <a:pt x="1711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3" name="Google Shape;603;p3"/>
            <p:cNvSpPr/>
            <p:nvPr/>
          </p:nvSpPr>
          <p:spPr>
            <a:xfrm>
              <a:off x="2769573" y="4372067"/>
              <a:ext cx="97728" cy="83715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"/>
          <p:cNvSpPr txBox="1"/>
          <p:nvPr/>
        </p:nvSpPr>
        <p:spPr>
          <a:xfrm>
            <a:off x="488675" y="702125"/>
            <a:ext cx="5187900" cy="3853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Clockwise je nastao kao odgovor na potrebu za boljim balansiranjem između saradnje i individualnog rada. Predstavlja alat baziran na vještačkoj inteligenciji. Baziran je na specifičnim algoritmima što ga čini jedinstvenim u odnosu na ostale alate. Uz Clockwise korisnici mogu efikasnije da isplaniraju svoje vrijeme, ali i da unaprijede timsku saradnju bez manuelnog usklađivanja termina.</a:t>
            </a:r>
            <a:endParaRPr b="1" i="0" sz="1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09" name="Google Shape;6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1375" y="2029075"/>
            <a:ext cx="3162625" cy="252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"/>
          <p:cNvSpPr/>
          <p:nvPr/>
        </p:nvSpPr>
        <p:spPr>
          <a:xfrm rot="9588918">
            <a:off x="-2996412" y="-961566"/>
            <a:ext cx="9695402" cy="5531998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"/>
          <p:cNvSpPr txBox="1"/>
          <p:nvPr>
            <p:ph type="title"/>
          </p:nvPr>
        </p:nvSpPr>
        <p:spPr>
          <a:xfrm>
            <a:off x="1606400" y="2710150"/>
            <a:ext cx="67881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"/>
              <a:t>Upoznavanje sa alatom i njegova uloga</a:t>
            </a:r>
            <a:endParaRPr/>
          </a:p>
        </p:txBody>
      </p:sp>
      <p:sp>
        <p:nvSpPr>
          <p:cNvPr id="616" name="Google Shape;616;p5"/>
          <p:cNvSpPr txBox="1"/>
          <p:nvPr>
            <p:ph idx="2" type="title"/>
          </p:nvPr>
        </p:nvSpPr>
        <p:spPr>
          <a:xfrm>
            <a:off x="2148750" y="1220375"/>
            <a:ext cx="609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"/>
              <a:t>02</a:t>
            </a:r>
            <a:endParaRPr/>
          </a:p>
        </p:txBody>
      </p:sp>
      <p:sp>
        <p:nvSpPr>
          <p:cNvPr id="617" name="Google Shape;617;p5"/>
          <p:cNvSpPr/>
          <p:nvPr/>
        </p:nvSpPr>
        <p:spPr>
          <a:xfrm rot="10800000">
            <a:off x="6174669" y="3274738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5"/>
          <p:cNvGrpSpPr/>
          <p:nvPr/>
        </p:nvGrpSpPr>
        <p:grpSpPr>
          <a:xfrm>
            <a:off x="3380204" y="735067"/>
            <a:ext cx="577623" cy="608195"/>
            <a:chOff x="-4992271" y="2449430"/>
            <a:chExt cx="577623" cy="608195"/>
          </a:xfrm>
        </p:grpSpPr>
        <p:sp>
          <p:nvSpPr>
            <p:cNvPr id="619" name="Google Shape;619;p5"/>
            <p:cNvSpPr/>
            <p:nvPr/>
          </p:nvSpPr>
          <p:spPr>
            <a:xfrm>
              <a:off x="-4992271" y="2449430"/>
              <a:ext cx="577623" cy="608195"/>
            </a:xfrm>
            <a:custGeom>
              <a:rect b="b" l="l" r="r" t="t"/>
              <a:pathLst>
                <a:path extrusionOk="0" h="21764" w="20670">
                  <a:moveTo>
                    <a:pt x="3800" y="0"/>
                  </a:moveTo>
                  <a:cubicBezTo>
                    <a:pt x="1703" y="0"/>
                    <a:pt x="1" y="1703"/>
                    <a:pt x="1" y="3800"/>
                  </a:cubicBezTo>
                  <a:lnTo>
                    <a:pt x="1" y="17964"/>
                  </a:lnTo>
                  <a:cubicBezTo>
                    <a:pt x="1" y="20061"/>
                    <a:pt x="1703" y="21764"/>
                    <a:pt x="3800" y="21764"/>
                  </a:cubicBezTo>
                  <a:lnTo>
                    <a:pt x="16901" y="21764"/>
                  </a:lnTo>
                  <a:cubicBezTo>
                    <a:pt x="18998" y="21764"/>
                    <a:pt x="20670" y="20061"/>
                    <a:pt x="20670" y="17964"/>
                  </a:cubicBezTo>
                  <a:lnTo>
                    <a:pt x="20670" y="3800"/>
                  </a:lnTo>
                  <a:cubicBezTo>
                    <a:pt x="20670" y="1703"/>
                    <a:pt x="18998" y="0"/>
                    <a:pt x="1690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-4822393" y="2542850"/>
              <a:ext cx="238734" cy="303287"/>
            </a:xfrm>
            <a:custGeom>
              <a:rect b="b" l="l" r="r" t="t"/>
              <a:pathLst>
                <a:path extrusionOk="0" h="10853" w="8543">
                  <a:moveTo>
                    <a:pt x="4256" y="1"/>
                  </a:moveTo>
                  <a:cubicBezTo>
                    <a:pt x="1916" y="1"/>
                    <a:pt x="1" y="1916"/>
                    <a:pt x="1" y="4256"/>
                  </a:cubicBezTo>
                  <a:lnTo>
                    <a:pt x="1" y="10852"/>
                  </a:lnTo>
                  <a:lnTo>
                    <a:pt x="8542" y="10852"/>
                  </a:lnTo>
                  <a:lnTo>
                    <a:pt x="8542" y="4256"/>
                  </a:lnTo>
                  <a:cubicBezTo>
                    <a:pt x="8542" y="1916"/>
                    <a:pt x="6627" y="1"/>
                    <a:pt x="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-4790117" y="2834652"/>
              <a:ext cx="151238" cy="129553"/>
            </a:xfrm>
            <a:custGeom>
              <a:rect b="b" l="l" r="r" t="t"/>
              <a:pathLst>
                <a:path extrusionOk="0" h="4636" w="5412">
                  <a:moveTo>
                    <a:pt x="3080" y="1"/>
                  </a:moveTo>
                  <a:cubicBezTo>
                    <a:pt x="2511" y="1"/>
                    <a:pt x="1932" y="212"/>
                    <a:pt x="1460" y="684"/>
                  </a:cubicBezTo>
                  <a:cubicBezTo>
                    <a:pt x="1" y="2143"/>
                    <a:pt x="1034" y="4635"/>
                    <a:pt x="3101" y="4635"/>
                  </a:cubicBezTo>
                  <a:cubicBezTo>
                    <a:pt x="4378" y="4635"/>
                    <a:pt x="5411" y="3602"/>
                    <a:pt x="5411" y="2325"/>
                  </a:cubicBezTo>
                  <a:cubicBezTo>
                    <a:pt x="5411" y="926"/>
                    <a:pt x="4270" y="1"/>
                    <a:pt x="3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-4871660" y="2695765"/>
              <a:ext cx="337268" cy="203887"/>
            </a:xfrm>
            <a:custGeom>
              <a:rect b="b" l="l" r="r" t="t"/>
              <a:pathLst>
                <a:path extrusionOk="0" h="7296" w="12069">
                  <a:moveTo>
                    <a:pt x="6019" y="0"/>
                  </a:moveTo>
                  <a:cubicBezTo>
                    <a:pt x="2706" y="0"/>
                    <a:pt x="1" y="3678"/>
                    <a:pt x="1" y="5228"/>
                  </a:cubicBezTo>
                  <a:cubicBezTo>
                    <a:pt x="1" y="6809"/>
                    <a:pt x="2706" y="7295"/>
                    <a:pt x="6019" y="7295"/>
                  </a:cubicBezTo>
                  <a:cubicBezTo>
                    <a:pt x="9363" y="7295"/>
                    <a:pt x="12068" y="6809"/>
                    <a:pt x="12068" y="5228"/>
                  </a:cubicBezTo>
                  <a:cubicBezTo>
                    <a:pt x="12068" y="3678"/>
                    <a:pt x="9363" y="0"/>
                    <a:pt x="6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-4779917" y="2592117"/>
              <a:ext cx="73942" cy="146991"/>
            </a:xfrm>
            <a:custGeom>
              <a:rect b="b" l="l" r="r" t="t"/>
              <a:pathLst>
                <a:path extrusionOk="0" h="5260" w="2646">
                  <a:moveTo>
                    <a:pt x="1885" y="1"/>
                  </a:moveTo>
                  <a:cubicBezTo>
                    <a:pt x="852" y="1"/>
                    <a:pt x="1" y="852"/>
                    <a:pt x="1" y="1885"/>
                  </a:cubicBezTo>
                  <a:lnTo>
                    <a:pt x="1" y="4682"/>
                  </a:lnTo>
                  <a:cubicBezTo>
                    <a:pt x="1" y="4986"/>
                    <a:pt x="274" y="5259"/>
                    <a:pt x="578" y="5259"/>
                  </a:cubicBezTo>
                  <a:cubicBezTo>
                    <a:pt x="882" y="5259"/>
                    <a:pt x="1156" y="4986"/>
                    <a:pt x="1156" y="4682"/>
                  </a:cubicBezTo>
                  <a:lnTo>
                    <a:pt x="1156" y="1885"/>
                  </a:lnTo>
                  <a:cubicBezTo>
                    <a:pt x="1156" y="1490"/>
                    <a:pt x="1460" y="1156"/>
                    <a:pt x="1885" y="1156"/>
                  </a:cubicBezTo>
                  <a:cubicBezTo>
                    <a:pt x="2645" y="1156"/>
                    <a:pt x="2645" y="1"/>
                    <a:pt x="1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4" name="Google Shape;624;p5"/>
          <p:cNvGrpSpPr/>
          <p:nvPr/>
        </p:nvGrpSpPr>
        <p:grpSpPr>
          <a:xfrm>
            <a:off x="609586" y="539490"/>
            <a:ext cx="2735126" cy="2340971"/>
            <a:chOff x="685797" y="694520"/>
            <a:chExt cx="2554044" cy="2185984"/>
          </a:xfrm>
        </p:grpSpPr>
        <p:sp>
          <p:nvSpPr>
            <p:cNvPr id="625" name="Google Shape;625;p5"/>
            <p:cNvSpPr/>
            <p:nvPr/>
          </p:nvSpPr>
          <p:spPr>
            <a:xfrm>
              <a:off x="685797" y="2601775"/>
              <a:ext cx="1371803" cy="278729"/>
            </a:xfrm>
            <a:custGeom>
              <a:rect b="b" l="l" r="r" t="t"/>
              <a:pathLst>
                <a:path extrusionOk="0" h="9700" w="112190">
                  <a:moveTo>
                    <a:pt x="56769" y="1"/>
                  </a:moveTo>
                  <a:cubicBezTo>
                    <a:pt x="26156" y="1"/>
                    <a:pt x="1" y="1"/>
                    <a:pt x="1341" y="5235"/>
                  </a:cubicBezTo>
                  <a:cubicBezTo>
                    <a:pt x="2073" y="8078"/>
                    <a:pt x="26156" y="9699"/>
                    <a:pt x="56769" y="9699"/>
                  </a:cubicBezTo>
                  <a:cubicBezTo>
                    <a:pt x="87374" y="9699"/>
                    <a:pt x="112189" y="8122"/>
                    <a:pt x="112189" y="5235"/>
                  </a:cubicBezTo>
                  <a:cubicBezTo>
                    <a:pt x="112189" y="1"/>
                    <a:pt x="87374" y="1"/>
                    <a:pt x="5676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6" name="Google Shape;626;p5"/>
            <p:cNvGrpSpPr/>
            <p:nvPr/>
          </p:nvGrpSpPr>
          <p:grpSpPr>
            <a:xfrm rot="-546016">
              <a:off x="889230" y="859982"/>
              <a:ext cx="2228899" cy="1716457"/>
              <a:chOff x="-6185225" y="3980838"/>
              <a:chExt cx="2094645" cy="1613069"/>
            </a:xfrm>
          </p:grpSpPr>
          <p:sp>
            <p:nvSpPr>
              <p:cNvPr id="627" name="Google Shape;627;p5"/>
              <p:cNvSpPr/>
              <p:nvPr/>
            </p:nvSpPr>
            <p:spPr>
              <a:xfrm>
                <a:off x="-6123215" y="5340977"/>
                <a:ext cx="46724" cy="46976"/>
              </a:xfrm>
              <a:custGeom>
                <a:rect b="b" l="l" r="r" t="t"/>
                <a:pathLst>
                  <a:path extrusionOk="0" h="1681" w="1672">
                    <a:moveTo>
                      <a:pt x="836" y="1"/>
                    </a:moveTo>
                    <a:cubicBezTo>
                      <a:pt x="418" y="1"/>
                      <a:pt x="0" y="282"/>
                      <a:pt x="0" y="844"/>
                    </a:cubicBezTo>
                    <a:cubicBezTo>
                      <a:pt x="0" y="875"/>
                      <a:pt x="0" y="905"/>
                      <a:pt x="0" y="905"/>
                    </a:cubicBezTo>
                    <a:cubicBezTo>
                      <a:pt x="46" y="1422"/>
                      <a:pt x="441" y="1680"/>
                      <a:pt x="836" y="1680"/>
                    </a:cubicBezTo>
                    <a:cubicBezTo>
                      <a:pt x="1231" y="1680"/>
                      <a:pt x="1626" y="1422"/>
                      <a:pt x="1672" y="905"/>
                    </a:cubicBezTo>
                    <a:cubicBezTo>
                      <a:pt x="1672" y="905"/>
                      <a:pt x="1672" y="875"/>
                      <a:pt x="1672" y="844"/>
                    </a:cubicBezTo>
                    <a:cubicBezTo>
                      <a:pt x="1672" y="282"/>
                      <a:pt x="1254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5"/>
              <p:cNvSpPr/>
              <p:nvPr/>
            </p:nvSpPr>
            <p:spPr>
              <a:xfrm>
                <a:off x="-6185225" y="4092981"/>
                <a:ext cx="2094645" cy="1500926"/>
              </a:xfrm>
              <a:custGeom>
                <a:rect b="b" l="l" r="r" t="t"/>
                <a:pathLst>
                  <a:path extrusionOk="0" h="53710" w="74956">
                    <a:moveTo>
                      <a:pt x="3617" y="1"/>
                    </a:moveTo>
                    <a:cubicBezTo>
                      <a:pt x="1611" y="1"/>
                      <a:pt x="0" y="1612"/>
                      <a:pt x="0" y="3618"/>
                    </a:cubicBezTo>
                    <a:lnTo>
                      <a:pt x="0" y="50093"/>
                    </a:lnTo>
                    <a:cubicBezTo>
                      <a:pt x="0" y="52099"/>
                      <a:pt x="1611" y="53710"/>
                      <a:pt x="3617" y="53710"/>
                    </a:cubicBezTo>
                    <a:lnTo>
                      <a:pt x="71369" y="53710"/>
                    </a:lnTo>
                    <a:cubicBezTo>
                      <a:pt x="73345" y="53710"/>
                      <a:pt x="74956" y="52099"/>
                      <a:pt x="74956" y="50093"/>
                    </a:cubicBezTo>
                    <a:lnTo>
                      <a:pt x="74956" y="3618"/>
                    </a:lnTo>
                    <a:cubicBezTo>
                      <a:pt x="74956" y="1612"/>
                      <a:pt x="73345" y="1"/>
                      <a:pt x="713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5"/>
              <p:cNvSpPr/>
              <p:nvPr/>
            </p:nvSpPr>
            <p:spPr>
              <a:xfrm>
                <a:off x="-6185225" y="4092981"/>
                <a:ext cx="2094645" cy="303287"/>
              </a:xfrm>
              <a:custGeom>
                <a:rect b="b" l="l" r="r" t="t"/>
                <a:pathLst>
                  <a:path extrusionOk="0" h="10853" w="74956">
                    <a:moveTo>
                      <a:pt x="3617" y="1"/>
                    </a:moveTo>
                    <a:cubicBezTo>
                      <a:pt x="1611" y="1"/>
                      <a:pt x="0" y="1612"/>
                      <a:pt x="0" y="3618"/>
                    </a:cubicBezTo>
                    <a:lnTo>
                      <a:pt x="0" y="10852"/>
                    </a:lnTo>
                    <a:lnTo>
                      <a:pt x="74956" y="10852"/>
                    </a:lnTo>
                    <a:lnTo>
                      <a:pt x="74956" y="3618"/>
                    </a:lnTo>
                    <a:cubicBezTo>
                      <a:pt x="74956" y="1612"/>
                      <a:pt x="73345" y="1"/>
                      <a:pt x="713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5"/>
              <p:cNvSpPr/>
              <p:nvPr/>
            </p:nvSpPr>
            <p:spPr>
              <a:xfrm>
                <a:off x="-5514210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90" y="1"/>
                    </a:moveTo>
                    <a:cubicBezTo>
                      <a:pt x="669" y="1"/>
                      <a:pt x="1" y="669"/>
                      <a:pt x="1" y="1490"/>
                    </a:cubicBezTo>
                    <a:lnTo>
                      <a:pt x="1" y="4317"/>
                    </a:lnTo>
                    <a:cubicBezTo>
                      <a:pt x="1" y="5138"/>
                      <a:pt x="669" y="5776"/>
                      <a:pt x="1490" y="5776"/>
                    </a:cubicBezTo>
                    <a:lnTo>
                      <a:pt x="4317" y="5776"/>
                    </a:lnTo>
                    <a:cubicBezTo>
                      <a:pt x="5107" y="5776"/>
                      <a:pt x="5776" y="5138"/>
                      <a:pt x="5776" y="4317"/>
                    </a:cubicBezTo>
                    <a:lnTo>
                      <a:pt x="5776" y="1490"/>
                    </a:lnTo>
                    <a:cubicBezTo>
                      <a:pt x="5776" y="669"/>
                      <a:pt x="5107" y="1"/>
                      <a:pt x="43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5"/>
              <p:cNvSpPr/>
              <p:nvPr/>
            </p:nvSpPr>
            <p:spPr>
              <a:xfrm>
                <a:off x="-5229646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59" y="1"/>
                    </a:moveTo>
                    <a:cubicBezTo>
                      <a:pt x="639" y="1"/>
                      <a:pt x="0" y="669"/>
                      <a:pt x="0" y="1490"/>
                    </a:cubicBezTo>
                    <a:lnTo>
                      <a:pt x="0" y="4317"/>
                    </a:lnTo>
                    <a:cubicBezTo>
                      <a:pt x="0" y="5138"/>
                      <a:pt x="639" y="5776"/>
                      <a:pt x="1459" y="5776"/>
                    </a:cubicBezTo>
                    <a:lnTo>
                      <a:pt x="4286" y="5776"/>
                    </a:lnTo>
                    <a:cubicBezTo>
                      <a:pt x="5107" y="5776"/>
                      <a:pt x="5775" y="5138"/>
                      <a:pt x="5775" y="4317"/>
                    </a:cubicBezTo>
                    <a:lnTo>
                      <a:pt x="5775" y="1490"/>
                    </a:lnTo>
                    <a:cubicBezTo>
                      <a:pt x="5775" y="669"/>
                      <a:pt x="5107" y="1"/>
                      <a:pt x="4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5"/>
              <p:cNvSpPr/>
              <p:nvPr/>
            </p:nvSpPr>
            <p:spPr>
              <a:xfrm>
                <a:off x="-4945110" y="4498156"/>
                <a:ext cx="160572" cy="161410"/>
              </a:xfrm>
              <a:custGeom>
                <a:rect b="b" l="l" r="r" t="t"/>
                <a:pathLst>
                  <a:path extrusionOk="0" h="5776" w="5746">
                    <a:moveTo>
                      <a:pt x="1460" y="1"/>
                    </a:moveTo>
                    <a:cubicBezTo>
                      <a:pt x="639" y="1"/>
                      <a:pt x="1" y="669"/>
                      <a:pt x="1" y="1490"/>
                    </a:cubicBezTo>
                    <a:lnTo>
                      <a:pt x="1" y="4317"/>
                    </a:lnTo>
                    <a:cubicBezTo>
                      <a:pt x="1" y="5138"/>
                      <a:pt x="639" y="5776"/>
                      <a:pt x="1460" y="5776"/>
                    </a:cubicBezTo>
                    <a:lnTo>
                      <a:pt x="4287" y="5776"/>
                    </a:lnTo>
                    <a:cubicBezTo>
                      <a:pt x="5107" y="5776"/>
                      <a:pt x="5746" y="5138"/>
                      <a:pt x="5746" y="4317"/>
                    </a:cubicBezTo>
                    <a:lnTo>
                      <a:pt x="5746" y="1490"/>
                    </a:lnTo>
                    <a:cubicBezTo>
                      <a:pt x="5746" y="669"/>
                      <a:pt x="5107" y="1"/>
                      <a:pt x="42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5"/>
              <p:cNvSpPr/>
              <p:nvPr/>
            </p:nvSpPr>
            <p:spPr>
              <a:xfrm>
                <a:off x="-4661385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59" y="1"/>
                    </a:moveTo>
                    <a:cubicBezTo>
                      <a:pt x="669" y="1"/>
                      <a:pt x="0" y="669"/>
                      <a:pt x="0" y="1490"/>
                    </a:cubicBezTo>
                    <a:lnTo>
                      <a:pt x="0" y="4317"/>
                    </a:lnTo>
                    <a:cubicBezTo>
                      <a:pt x="0" y="5138"/>
                      <a:pt x="669" y="5776"/>
                      <a:pt x="1459" y="5776"/>
                    </a:cubicBezTo>
                    <a:lnTo>
                      <a:pt x="4316" y="5776"/>
                    </a:lnTo>
                    <a:cubicBezTo>
                      <a:pt x="5107" y="5776"/>
                      <a:pt x="5775" y="5138"/>
                      <a:pt x="5775" y="4317"/>
                    </a:cubicBezTo>
                    <a:lnTo>
                      <a:pt x="5775" y="1490"/>
                    </a:lnTo>
                    <a:cubicBezTo>
                      <a:pt x="5775" y="669"/>
                      <a:pt x="5107" y="1"/>
                      <a:pt x="43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5"/>
              <p:cNvSpPr/>
              <p:nvPr/>
            </p:nvSpPr>
            <p:spPr>
              <a:xfrm>
                <a:off x="-4376849" y="4498156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460" y="1"/>
                    </a:moveTo>
                    <a:cubicBezTo>
                      <a:pt x="639" y="1"/>
                      <a:pt x="1" y="669"/>
                      <a:pt x="1" y="1490"/>
                    </a:cubicBezTo>
                    <a:lnTo>
                      <a:pt x="1" y="4317"/>
                    </a:lnTo>
                    <a:cubicBezTo>
                      <a:pt x="1" y="5138"/>
                      <a:pt x="639" y="5776"/>
                      <a:pt x="1460" y="5776"/>
                    </a:cubicBezTo>
                    <a:lnTo>
                      <a:pt x="4286" y="5776"/>
                    </a:lnTo>
                    <a:cubicBezTo>
                      <a:pt x="5107" y="5776"/>
                      <a:pt x="5776" y="5138"/>
                      <a:pt x="5776" y="4317"/>
                    </a:cubicBezTo>
                    <a:lnTo>
                      <a:pt x="5776" y="1490"/>
                    </a:lnTo>
                    <a:cubicBezTo>
                      <a:pt x="5776" y="669"/>
                      <a:pt x="5107" y="1"/>
                      <a:pt x="42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5"/>
              <p:cNvSpPr/>
              <p:nvPr/>
            </p:nvSpPr>
            <p:spPr>
              <a:xfrm>
                <a:off x="-6082444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89" y="0"/>
                    </a:moveTo>
                    <a:cubicBezTo>
                      <a:pt x="669" y="0"/>
                      <a:pt x="0" y="639"/>
                      <a:pt x="0" y="1459"/>
                    </a:cubicBezTo>
                    <a:lnTo>
                      <a:pt x="0" y="4256"/>
                    </a:lnTo>
                    <a:cubicBezTo>
                      <a:pt x="0" y="5077"/>
                      <a:pt x="669" y="5745"/>
                      <a:pt x="1489" y="5745"/>
                    </a:cubicBezTo>
                    <a:lnTo>
                      <a:pt x="4286" y="5745"/>
                    </a:lnTo>
                    <a:cubicBezTo>
                      <a:pt x="5106" y="5745"/>
                      <a:pt x="5775" y="5077"/>
                      <a:pt x="5775" y="4256"/>
                    </a:cubicBezTo>
                    <a:lnTo>
                      <a:pt x="5775" y="1459"/>
                    </a:lnTo>
                    <a:cubicBezTo>
                      <a:pt x="5775" y="639"/>
                      <a:pt x="5106" y="0"/>
                      <a:pt x="4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5"/>
              <p:cNvSpPr/>
              <p:nvPr/>
            </p:nvSpPr>
            <p:spPr>
              <a:xfrm>
                <a:off x="-5797908" y="4768272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460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39" y="5745"/>
                      <a:pt x="1460" y="5745"/>
                    </a:cubicBezTo>
                    <a:lnTo>
                      <a:pt x="4256" y="5745"/>
                    </a:lnTo>
                    <a:cubicBezTo>
                      <a:pt x="5077" y="5745"/>
                      <a:pt x="5745" y="5077"/>
                      <a:pt x="5745" y="4256"/>
                    </a:cubicBezTo>
                    <a:lnTo>
                      <a:pt x="5745" y="1459"/>
                    </a:lnTo>
                    <a:cubicBezTo>
                      <a:pt x="5745" y="639"/>
                      <a:pt x="5077" y="0"/>
                      <a:pt x="4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5"/>
              <p:cNvSpPr/>
              <p:nvPr/>
            </p:nvSpPr>
            <p:spPr>
              <a:xfrm>
                <a:off x="-5514210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90" y="0"/>
                    </a:moveTo>
                    <a:cubicBezTo>
                      <a:pt x="66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69" y="5745"/>
                      <a:pt x="1490" y="5745"/>
                    </a:cubicBezTo>
                    <a:lnTo>
                      <a:pt x="4287" y="5745"/>
                    </a:lnTo>
                    <a:cubicBezTo>
                      <a:pt x="5107" y="5745"/>
                      <a:pt x="5776" y="5077"/>
                      <a:pt x="5776" y="4256"/>
                    </a:cubicBezTo>
                    <a:lnTo>
                      <a:pt x="5776" y="1459"/>
                    </a:lnTo>
                    <a:cubicBezTo>
                      <a:pt x="5776" y="639"/>
                      <a:pt x="5107" y="0"/>
                      <a:pt x="42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5"/>
              <p:cNvSpPr/>
              <p:nvPr/>
            </p:nvSpPr>
            <p:spPr>
              <a:xfrm>
                <a:off x="-5295065" y="4702014"/>
                <a:ext cx="292221" cy="292221"/>
              </a:xfrm>
              <a:custGeom>
                <a:rect b="b" l="l" r="r" t="t"/>
                <a:pathLst>
                  <a:path extrusionOk="0" h="10457" w="10457">
                    <a:moveTo>
                      <a:pt x="1703" y="1"/>
                    </a:moveTo>
                    <a:cubicBezTo>
                      <a:pt x="761" y="1"/>
                      <a:pt x="1" y="760"/>
                      <a:pt x="1" y="1703"/>
                    </a:cubicBezTo>
                    <a:lnTo>
                      <a:pt x="1" y="8755"/>
                    </a:lnTo>
                    <a:cubicBezTo>
                      <a:pt x="1" y="9697"/>
                      <a:pt x="761" y="10457"/>
                      <a:pt x="1703" y="10457"/>
                    </a:cubicBezTo>
                    <a:lnTo>
                      <a:pt x="8755" y="10457"/>
                    </a:lnTo>
                    <a:cubicBezTo>
                      <a:pt x="9697" y="10457"/>
                      <a:pt x="10457" y="9697"/>
                      <a:pt x="10457" y="8755"/>
                    </a:cubicBezTo>
                    <a:lnTo>
                      <a:pt x="10457" y="1703"/>
                    </a:lnTo>
                    <a:cubicBezTo>
                      <a:pt x="10457" y="760"/>
                      <a:pt x="9697" y="1"/>
                      <a:pt x="87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5"/>
              <p:cNvSpPr/>
              <p:nvPr/>
            </p:nvSpPr>
            <p:spPr>
              <a:xfrm>
                <a:off x="-4945110" y="4768272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460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39" y="5745"/>
                      <a:pt x="1460" y="5745"/>
                    </a:cubicBezTo>
                    <a:lnTo>
                      <a:pt x="4256" y="5745"/>
                    </a:lnTo>
                    <a:cubicBezTo>
                      <a:pt x="5077" y="5745"/>
                      <a:pt x="5746" y="5077"/>
                      <a:pt x="5746" y="4256"/>
                    </a:cubicBezTo>
                    <a:lnTo>
                      <a:pt x="5746" y="1459"/>
                    </a:lnTo>
                    <a:cubicBezTo>
                      <a:pt x="5746" y="639"/>
                      <a:pt x="5077" y="0"/>
                      <a:pt x="4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5"/>
              <p:cNvSpPr/>
              <p:nvPr/>
            </p:nvSpPr>
            <p:spPr>
              <a:xfrm>
                <a:off x="-4661385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89" y="0"/>
                    </a:moveTo>
                    <a:cubicBezTo>
                      <a:pt x="669" y="0"/>
                      <a:pt x="0" y="639"/>
                      <a:pt x="0" y="1459"/>
                    </a:cubicBezTo>
                    <a:lnTo>
                      <a:pt x="0" y="4256"/>
                    </a:lnTo>
                    <a:cubicBezTo>
                      <a:pt x="0" y="5077"/>
                      <a:pt x="669" y="5745"/>
                      <a:pt x="1489" y="5745"/>
                    </a:cubicBezTo>
                    <a:lnTo>
                      <a:pt x="4286" y="5745"/>
                    </a:lnTo>
                    <a:cubicBezTo>
                      <a:pt x="5107" y="5745"/>
                      <a:pt x="5775" y="5077"/>
                      <a:pt x="5775" y="4256"/>
                    </a:cubicBezTo>
                    <a:lnTo>
                      <a:pt x="5775" y="1459"/>
                    </a:lnTo>
                    <a:cubicBezTo>
                      <a:pt x="5775" y="639"/>
                      <a:pt x="5107" y="0"/>
                      <a:pt x="4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-4376849" y="4768272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490" y="0"/>
                    </a:moveTo>
                    <a:cubicBezTo>
                      <a:pt x="669" y="0"/>
                      <a:pt x="1" y="639"/>
                      <a:pt x="1" y="1459"/>
                    </a:cubicBezTo>
                    <a:lnTo>
                      <a:pt x="1" y="4256"/>
                    </a:lnTo>
                    <a:cubicBezTo>
                      <a:pt x="1" y="5077"/>
                      <a:pt x="669" y="5745"/>
                      <a:pt x="1490" y="5745"/>
                    </a:cubicBezTo>
                    <a:lnTo>
                      <a:pt x="4286" y="5745"/>
                    </a:lnTo>
                    <a:cubicBezTo>
                      <a:pt x="5107" y="5745"/>
                      <a:pt x="5776" y="5077"/>
                      <a:pt x="5776" y="4256"/>
                    </a:cubicBezTo>
                    <a:lnTo>
                      <a:pt x="5776" y="1459"/>
                    </a:lnTo>
                    <a:cubicBezTo>
                      <a:pt x="5776" y="639"/>
                      <a:pt x="5107" y="0"/>
                      <a:pt x="4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-6082444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7" y="0"/>
                    </a:moveTo>
                    <a:cubicBezTo>
                      <a:pt x="578" y="0"/>
                      <a:pt x="0" y="608"/>
                      <a:pt x="0" y="1338"/>
                    </a:cubicBezTo>
                    <a:lnTo>
                      <a:pt x="0" y="4438"/>
                    </a:lnTo>
                    <a:cubicBezTo>
                      <a:pt x="0" y="5198"/>
                      <a:pt x="578" y="5776"/>
                      <a:pt x="1337" y="5776"/>
                    </a:cubicBezTo>
                    <a:lnTo>
                      <a:pt x="4438" y="5776"/>
                    </a:lnTo>
                    <a:cubicBezTo>
                      <a:pt x="5167" y="5776"/>
                      <a:pt x="5775" y="5198"/>
                      <a:pt x="5775" y="4438"/>
                    </a:cubicBezTo>
                    <a:lnTo>
                      <a:pt x="5775" y="1338"/>
                    </a:lnTo>
                    <a:cubicBezTo>
                      <a:pt x="5775" y="608"/>
                      <a:pt x="5167" y="0"/>
                      <a:pt x="4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-5797908" y="5036684"/>
                <a:ext cx="160572" cy="161410"/>
              </a:xfrm>
              <a:custGeom>
                <a:rect b="b" l="l" r="r" t="t"/>
                <a:pathLst>
                  <a:path extrusionOk="0" h="5776" w="5746">
                    <a:moveTo>
                      <a:pt x="1308" y="0"/>
                    </a:moveTo>
                    <a:cubicBezTo>
                      <a:pt x="578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578" y="5776"/>
                      <a:pt x="1308" y="5776"/>
                    </a:cubicBezTo>
                    <a:lnTo>
                      <a:pt x="4438" y="5776"/>
                    </a:lnTo>
                    <a:cubicBezTo>
                      <a:pt x="5168" y="5776"/>
                      <a:pt x="5745" y="5198"/>
                      <a:pt x="5745" y="4438"/>
                    </a:cubicBezTo>
                    <a:lnTo>
                      <a:pt x="5745" y="1338"/>
                    </a:lnTo>
                    <a:cubicBezTo>
                      <a:pt x="5745" y="608"/>
                      <a:pt x="5168" y="0"/>
                      <a:pt x="44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-5514210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8" y="0"/>
                    </a:moveTo>
                    <a:cubicBezTo>
                      <a:pt x="609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609" y="5776"/>
                      <a:pt x="1338" y="5776"/>
                    </a:cubicBezTo>
                    <a:lnTo>
                      <a:pt x="4439" y="5776"/>
                    </a:lnTo>
                    <a:cubicBezTo>
                      <a:pt x="5168" y="5776"/>
                      <a:pt x="5776" y="5198"/>
                      <a:pt x="5776" y="4438"/>
                    </a:cubicBezTo>
                    <a:lnTo>
                      <a:pt x="5776" y="1338"/>
                    </a:lnTo>
                    <a:cubicBezTo>
                      <a:pt x="5776" y="608"/>
                      <a:pt x="5168" y="0"/>
                      <a:pt x="44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-5229646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8" y="0"/>
                    </a:moveTo>
                    <a:cubicBezTo>
                      <a:pt x="578" y="0"/>
                      <a:pt x="0" y="608"/>
                      <a:pt x="0" y="1338"/>
                    </a:cubicBezTo>
                    <a:lnTo>
                      <a:pt x="0" y="4438"/>
                    </a:lnTo>
                    <a:cubicBezTo>
                      <a:pt x="0" y="5198"/>
                      <a:pt x="578" y="5776"/>
                      <a:pt x="1338" y="5776"/>
                    </a:cubicBezTo>
                    <a:lnTo>
                      <a:pt x="4438" y="5776"/>
                    </a:lnTo>
                    <a:cubicBezTo>
                      <a:pt x="5168" y="5776"/>
                      <a:pt x="5775" y="5198"/>
                      <a:pt x="5775" y="4438"/>
                    </a:cubicBezTo>
                    <a:lnTo>
                      <a:pt x="5775" y="1338"/>
                    </a:lnTo>
                    <a:cubicBezTo>
                      <a:pt x="5775" y="608"/>
                      <a:pt x="5168" y="0"/>
                      <a:pt x="4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-4945110" y="5036684"/>
                <a:ext cx="160572" cy="161410"/>
              </a:xfrm>
              <a:custGeom>
                <a:rect b="b" l="l" r="r" t="t"/>
                <a:pathLst>
                  <a:path extrusionOk="0" h="5776" w="5746">
                    <a:moveTo>
                      <a:pt x="1308" y="0"/>
                    </a:moveTo>
                    <a:cubicBezTo>
                      <a:pt x="578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578" y="5776"/>
                      <a:pt x="1308" y="5776"/>
                    </a:cubicBezTo>
                    <a:lnTo>
                      <a:pt x="4439" y="5776"/>
                    </a:lnTo>
                    <a:cubicBezTo>
                      <a:pt x="5168" y="5776"/>
                      <a:pt x="5746" y="5198"/>
                      <a:pt x="5746" y="4438"/>
                    </a:cubicBezTo>
                    <a:lnTo>
                      <a:pt x="5746" y="1338"/>
                    </a:lnTo>
                    <a:cubicBezTo>
                      <a:pt x="5746" y="608"/>
                      <a:pt x="5168" y="0"/>
                      <a:pt x="44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-4661385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7" y="0"/>
                    </a:moveTo>
                    <a:cubicBezTo>
                      <a:pt x="608" y="0"/>
                      <a:pt x="0" y="608"/>
                      <a:pt x="0" y="1338"/>
                    </a:cubicBezTo>
                    <a:lnTo>
                      <a:pt x="0" y="4438"/>
                    </a:lnTo>
                    <a:cubicBezTo>
                      <a:pt x="0" y="5198"/>
                      <a:pt x="608" y="5776"/>
                      <a:pt x="1337" y="5776"/>
                    </a:cubicBezTo>
                    <a:lnTo>
                      <a:pt x="4438" y="5776"/>
                    </a:lnTo>
                    <a:cubicBezTo>
                      <a:pt x="5167" y="5776"/>
                      <a:pt x="5775" y="5198"/>
                      <a:pt x="5775" y="4438"/>
                    </a:cubicBezTo>
                    <a:lnTo>
                      <a:pt x="5775" y="1338"/>
                    </a:lnTo>
                    <a:cubicBezTo>
                      <a:pt x="5775" y="608"/>
                      <a:pt x="5167" y="0"/>
                      <a:pt x="44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-4376849" y="5036684"/>
                <a:ext cx="161410" cy="161410"/>
              </a:xfrm>
              <a:custGeom>
                <a:rect b="b" l="l" r="r" t="t"/>
                <a:pathLst>
                  <a:path extrusionOk="0" h="5776" w="5776">
                    <a:moveTo>
                      <a:pt x="1338" y="0"/>
                    </a:moveTo>
                    <a:cubicBezTo>
                      <a:pt x="578" y="0"/>
                      <a:pt x="1" y="608"/>
                      <a:pt x="1" y="1338"/>
                    </a:cubicBezTo>
                    <a:lnTo>
                      <a:pt x="1" y="4438"/>
                    </a:lnTo>
                    <a:cubicBezTo>
                      <a:pt x="1" y="5198"/>
                      <a:pt x="578" y="5776"/>
                      <a:pt x="1338" y="5776"/>
                    </a:cubicBezTo>
                    <a:lnTo>
                      <a:pt x="4438" y="5776"/>
                    </a:lnTo>
                    <a:cubicBezTo>
                      <a:pt x="5168" y="5776"/>
                      <a:pt x="5776" y="5198"/>
                      <a:pt x="5776" y="4438"/>
                    </a:cubicBezTo>
                    <a:lnTo>
                      <a:pt x="5776" y="1338"/>
                    </a:lnTo>
                    <a:cubicBezTo>
                      <a:pt x="5776" y="608"/>
                      <a:pt x="5168" y="0"/>
                      <a:pt x="44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5"/>
              <p:cNvSpPr/>
              <p:nvPr/>
            </p:nvSpPr>
            <p:spPr>
              <a:xfrm>
                <a:off x="-6082444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7" y="0"/>
                      <a:pt x="0" y="517"/>
                      <a:pt x="0" y="1216"/>
                    </a:cubicBezTo>
                    <a:lnTo>
                      <a:pt x="0" y="4529"/>
                    </a:lnTo>
                    <a:cubicBezTo>
                      <a:pt x="0" y="5198"/>
                      <a:pt x="547" y="5745"/>
                      <a:pt x="1216" y="5745"/>
                    </a:cubicBezTo>
                    <a:lnTo>
                      <a:pt x="4559" y="5745"/>
                    </a:lnTo>
                    <a:cubicBezTo>
                      <a:pt x="5228" y="5745"/>
                      <a:pt x="5775" y="5198"/>
                      <a:pt x="5775" y="4529"/>
                    </a:cubicBezTo>
                    <a:lnTo>
                      <a:pt x="5775" y="1216"/>
                    </a:lnTo>
                    <a:cubicBezTo>
                      <a:pt x="5775" y="517"/>
                      <a:pt x="5228" y="0"/>
                      <a:pt x="4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5"/>
              <p:cNvSpPr/>
              <p:nvPr/>
            </p:nvSpPr>
            <p:spPr>
              <a:xfrm>
                <a:off x="-5797908" y="5306800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216" y="0"/>
                    </a:moveTo>
                    <a:cubicBezTo>
                      <a:pt x="517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17" y="5745"/>
                      <a:pt x="1216" y="5745"/>
                    </a:cubicBezTo>
                    <a:lnTo>
                      <a:pt x="4530" y="5745"/>
                    </a:lnTo>
                    <a:cubicBezTo>
                      <a:pt x="5198" y="5745"/>
                      <a:pt x="5745" y="5198"/>
                      <a:pt x="5745" y="4529"/>
                    </a:cubicBezTo>
                    <a:lnTo>
                      <a:pt x="5745" y="1216"/>
                    </a:lnTo>
                    <a:cubicBezTo>
                      <a:pt x="5745" y="517"/>
                      <a:pt x="5198" y="0"/>
                      <a:pt x="4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-5514210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7" y="0"/>
                    </a:moveTo>
                    <a:cubicBezTo>
                      <a:pt x="548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48" y="5745"/>
                      <a:pt x="1217" y="5745"/>
                    </a:cubicBezTo>
                    <a:lnTo>
                      <a:pt x="4560" y="5745"/>
                    </a:lnTo>
                    <a:cubicBezTo>
                      <a:pt x="5229" y="5745"/>
                      <a:pt x="5776" y="5198"/>
                      <a:pt x="5776" y="4529"/>
                    </a:cubicBezTo>
                    <a:lnTo>
                      <a:pt x="5776" y="1216"/>
                    </a:lnTo>
                    <a:cubicBezTo>
                      <a:pt x="5776" y="517"/>
                      <a:pt x="5229" y="0"/>
                      <a:pt x="45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-5229646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7" y="0"/>
                      <a:pt x="0" y="517"/>
                      <a:pt x="0" y="1216"/>
                    </a:cubicBezTo>
                    <a:lnTo>
                      <a:pt x="0" y="4529"/>
                    </a:lnTo>
                    <a:cubicBezTo>
                      <a:pt x="0" y="5198"/>
                      <a:pt x="547" y="5745"/>
                      <a:pt x="1216" y="5745"/>
                    </a:cubicBezTo>
                    <a:lnTo>
                      <a:pt x="4560" y="5745"/>
                    </a:lnTo>
                    <a:cubicBezTo>
                      <a:pt x="5228" y="5745"/>
                      <a:pt x="5775" y="5198"/>
                      <a:pt x="5775" y="4529"/>
                    </a:cubicBezTo>
                    <a:lnTo>
                      <a:pt x="5775" y="1216"/>
                    </a:lnTo>
                    <a:cubicBezTo>
                      <a:pt x="5775" y="517"/>
                      <a:pt x="5228" y="0"/>
                      <a:pt x="45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-4945110" y="5306800"/>
                <a:ext cx="160572" cy="160572"/>
              </a:xfrm>
              <a:custGeom>
                <a:rect b="b" l="l" r="r" t="t"/>
                <a:pathLst>
                  <a:path extrusionOk="0" h="5746" w="5746">
                    <a:moveTo>
                      <a:pt x="1217" y="0"/>
                    </a:moveTo>
                    <a:cubicBezTo>
                      <a:pt x="518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18" y="5745"/>
                      <a:pt x="1217" y="5745"/>
                    </a:cubicBezTo>
                    <a:lnTo>
                      <a:pt x="4530" y="5745"/>
                    </a:lnTo>
                    <a:cubicBezTo>
                      <a:pt x="5199" y="5745"/>
                      <a:pt x="5746" y="5198"/>
                      <a:pt x="5746" y="4529"/>
                    </a:cubicBezTo>
                    <a:lnTo>
                      <a:pt x="5746" y="1216"/>
                    </a:lnTo>
                    <a:cubicBezTo>
                      <a:pt x="5746" y="517"/>
                      <a:pt x="5199" y="0"/>
                      <a:pt x="4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-4661385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7" y="0"/>
                      <a:pt x="0" y="517"/>
                      <a:pt x="0" y="1216"/>
                    </a:cubicBezTo>
                    <a:lnTo>
                      <a:pt x="0" y="4529"/>
                    </a:lnTo>
                    <a:cubicBezTo>
                      <a:pt x="0" y="5198"/>
                      <a:pt x="547" y="5745"/>
                      <a:pt x="1216" y="5745"/>
                    </a:cubicBezTo>
                    <a:lnTo>
                      <a:pt x="4559" y="5745"/>
                    </a:lnTo>
                    <a:cubicBezTo>
                      <a:pt x="5228" y="5745"/>
                      <a:pt x="5775" y="5198"/>
                      <a:pt x="5775" y="4529"/>
                    </a:cubicBezTo>
                    <a:lnTo>
                      <a:pt x="5775" y="1216"/>
                    </a:lnTo>
                    <a:cubicBezTo>
                      <a:pt x="5775" y="517"/>
                      <a:pt x="5228" y="0"/>
                      <a:pt x="45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5"/>
              <p:cNvSpPr/>
              <p:nvPr/>
            </p:nvSpPr>
            <p:spPr>
              <a:xfrm>
                <a:off x="-4376849" y="5306800"/>
                <a:ext cx="161410" cy="160572"/>
              </a:xfrm>
              <a:custGeom>
                <a:rect b="b" l="l" r="r" t="t"/>
                <a:pathLst>
                  <a:path extrusionOk="0" h="5746" w="5776">
                    <a:moveTo>
                      <a:pt x="1216" y="0"/>
                    </a:moveTo>
                    <a:cubicBezTo>
                      <a:pt x="548" y="0"/>
                      <a:pt x="1" y="517"/>
                      <a:pt x="1" y="1216"/>
                    </a:cubicBezTo>
                    <a:lnTo>
                      <a:pt x="1" y="4529"/>
                    </a:lnTo>
                    <a:cubicBezTo>
                      <a:pt x="1" y="5198"/>
                      <a:pt x="548" y="5745"/>
                      <a:pt x="1216" y="5745"/>
                    </a:cubicBezTo>
                    <a:lnTo>
                      <a:pt x="4560" y="5745"/>
                    </a:lnTo>
                    <a:cubicBezTo>
                      <a:pt x="5229" y="5745"/>
                      <a:pt x="5776" y="5198"/>
                      <a:pt x="5776" y="4529"/>
                    </a:cubicBezTo>
                    <a:lnTo>
                      <a:pt x="5776" y="1216"/>
                    </a:lnTo>
                    <a:cubicBezTo>
                      <a:pt x="5776" y="517"/>
                      <a:pt x="5229" y="0"/>
                      <a:pt x="45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5"/>
              <p:cNvSpPr/>
              <p:nvPr/>
            </p:nvSpPr>
            <p:spPr>
              <a:xfrm>
                <a:off x="-5530334" y="4562457"/>
                <a:ext cx="666796" cy="571084"/>
              </a:xfrm>
              <a:custGeom>
                <a:rect b="b" l="l" r="r" t="t"/>
                <a:pathLst>
                  <a:path extrusionOk="0" h="20436" w="23861">
                    <a:moveTo>
                      <a:pt x="13648" y="1165"/>
                    </a:moveTo>
                    <a:cubicBezTo>
                      <a:pt x="18633" y="1165"/>
                      <a:pt x="22706" y="5238"/>
                      <a:pt x="22706" y="10223"/>
                    </a:cubicBezTo>
                    <a:cubicBezTo>
                      <a:pt x="22706" y="15692"/>
                      <a:pt x="18240" y="19312"/>
                      <a:pt x="13582" y="19312"/>
                    </a:cubicBezTo>
                    <a:cubicBezTo>
                      <a:pt x="11354" y="19312"/>
                      <a:pt x="9083" y="18485"/>
                      <a:pt x="7234" y="16636"/>
                    </a:cubicBezTo>
                    <a:cubicBezTo>
                      <a:pt x="1520" y="10922"/>
                      <a:pt x="5563" y="1165"/>
                      <a:pt x="13648" y="1165"/>
                    </a:cubicBezTo>
                    <a:close/>
                    <a:moveTo>
                      <a:pt x="13575" y="0"/>
                    </a:moveTo>
                    <a:cubicBezTo>
                      <a:pt x="11062" y="0"/>
                      <a:pt x="8499" y="933"/>
                      <a:pt x="6414" y="3019"/>
                    </a:cubicBezTo>
                    <a:cubicBezTo>
                      <a:pt x="0" y="9432"/>
                      <a:pt x="4529" y="20436"/>
                      <a:pt x="13648" y="20436"/>
                    </a:cubicBezTo>
                    <a:cubicBezTo>
                      <a:pt x="19271" y="20436"/>
                      <a:pt x="23830" y="15876"/>
                      <a:pt x="23861" y="10223"/>
                    </a:cubicBezTo>
                    <a:cubicBezTo>
                      <a:pt x="23861" y="4076"/>
                      <a:pt x="18827" y="0"/>
                      <a:pt x="135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5"/>
              <p:cNvSpPr/>
              <p:nvPr/>
            </p:nvSpPr>
            <p:spPr>
              <a:xfrm>
                <a:off x="-6090939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973" y="0"/>
                      <a:pt x="0" y="1003"/>
                      <a:pt x="0" y="2219"/>
                    </a:cubicBezTo>
                    <a:cubicBezTo>
                      <a:pt x="0" y="3465"/>
                      <a:pt x="97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5"/>
              <p:cNvSpPr/>
              <p:nvPr/>
            </p:nvSpPr>
            <p:spPr>
              <a:xfrm>
                <a:off x="-5729946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5"/>
              <p:cNvSpPr/>
              <p:nvPr/>
            </p:nvSpPr>
            <p:spPr>
              <a:xfrm>
                <a:off x="-5368952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50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50" y="4469"/>
                    </a:cubicBezTo>
                    <a:cubicBezTo>
                      <a:pt x="3466" y="4469"/>
                      <a:pt x="4469" y="3465"/>
                      <a:pt x="4469" y="2219"/>
                    </a:cubicBezTo>
                    <a:cubicBezTo>
                      <a:pt x="4469" y="1003"/>
                      <a:pt x="3466" y="0"/>
                      <a:pt x="22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5"/>
              <p:cNvSpPr/>
              <p:nvPr/>
            </p:nvSpPr>
            <p:spPr>
              <a:xfrm>
                <a:off x="-5028330" y="4130008"/>
                <a:ext cx="146124" cy="125249"/>
              </a:xfrm>
              <a:custGeom>
                <a:rect b="b" l="l" r="r" t="t"/>
                <a:pathLst>
                  <a:path extrusionOk="0" h="4482" w="5229">
                    <a:moveTo>
                      <a:pt x="2955" y="0"/>
                    </a:moveTo>
                    <a:cubicBezTo>
                      <a:pt x="2406" y="0"/>
                      <a:pt x="1848" y="202"/>
                      <a:pt x="1398" y="652"/>
                    </a:cubicBezTo>
                    <a:cubicBezTo>
                      <a:pt x="0" y="2080"/>
                      <a:pt x="1003" y="4482"/>
                      <a:pt x="2979" y="4482"/>
                    </a:cubicBezTo>
                    <a:cubicBezTo>
                      <a:pt x="4225" y="4482"/>
                      <a:pt x="5228" y="3478"/>
                      <a:pt x="5228" y="2232"/>
                    </a:cubicBezTo>
                    <a:cubicBezTo>
                      <a:pt x="5228" y="893"/>
                      <a:pt x="4110" y="0"/>
                      <a:pt x="29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5"/>
              <p:cNvSpPr/>
              <p:nvPr/>
            </p:nvSpPr>
            <p:spPr>
              <a:xfrm>
                <a:off x="-4646099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5"/>
              <p:cNvSpPr/>
              <p:nvPr/>
            </p:nvSpPr>
            <p:spPr>
              <a:xfrm>
                <a:off x="-4285105" y="4130371"/>
                <a:ext cx="124886" cy="124886"/>
              </a:xfrm>
              <a:custGeom>
                <a:rect b="b" l="l" r="r" t="t"/>
                <a:pathLst>
                  <a:path extrusionOk="0" h="4469" w="4469">
                    <a:moveTo>
                      <a:pt x="2219" y="0"/>
                    </a:moveTo>
                    <a:cubicBezTo>
                      <a:pt x="1003" y="0"/>
                      <a:pt x="0" y="1003"/>
                      <a:pt x="0" y="2219"/>
                    </a:cubicBezTo>
                    <a:cubicBezTo>
                      <a:pt x="0" y="3465"/>
                      <a:pt x="1003" y="4469"/>
                      <a:pt x="2219" y="4469"/>
                    </a:cubicBezTo>
                    <a:cubicBezTo>
                      <a:pt x="3465" y="4469"/>
                      <a:pt x="4468" y="3465"/>
                      <a:pt x="4468" y="2219"/>
                    </a:cubicBezTo>
                    <a:cubicBezTo>
                      <a:pt x="4468" y="1003"/>
                      <a:pt x="346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5"/>
              <p:cNvSpPr/>
              <p:nvPr/>
            </p:nvSpPr>
            <p:spPr>
              <a:xfrm>
                <a:off x="-6068024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345" y="1"/>
                    </a:moveTo>
                    <a:cubicBezTo>
                      <a:pt x="581" y="1"/>
                      <a:pt x="1" y="627"/>
                      <a:pt x="1" y="1370"/>
                    </a:cubicBezTo>
                    <a:lnTo>
                      <a:pt x="1" y="7449"/>
                    </a:lnTo>
                    <a:cubicBezTo>
                      <a:pt x="1" y="8209"/>
                      <a:pt x="609" y="8816"/>
                      <a:pt x="1399" y="8816"/>
                    </a:cubicBezTo>
                    <a:cubicBezTo>
                      <a:pt x="2159" y="8816"/>
                      <a:pt x="2767" y="8178"/>
                      <a:pt x="2767" y="7418"/>
                    </a:cubicBezTo>
                    <a:lnTo>
                      <a:pt x="2767" y="1370"/>
                    </a:lnTo>
                    <a:cubicBezTo>
                      <a:pt x="2767" y="610"/>
                      <a:pt x="2159" y="2"/>
                      <a:pt x="1399" y="2"/>
                    </a:cubicBezTo>
                    <a:cubicBezTo>
                      <a:pt x="1381" y="1"/>
                      <a:pt x="1363" y="1"/>
                      <a:pt x="13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5"/>
              <p:cNvSpPr/>
              <p:nvPr/>
            </p:nvSpPr>
            <p:spPr>
              <a:xfrm>
                <a:off x="-5706164" y="3980866"/>
                <a:ext cx="77324" cy="246363"/>
              </a:xfrm>
              <a:custGeom>
                <a:rect b="b" l="l" r="r" t="t"/>
                <a:pathLst>
                  <a:path extrusionOk="0" h="8816" w="2767">
                    <a:moveTo>
                      <a:pt x="1368" y="1"/>
                    </a:moveTo>
                    <a:cubicBezTo>
                      <a:pt x="608" y="1"/>
                      <a:pt x="0" y="609"/>
                      <a:pt x="0" y="1369"/>
                    </a:cubicBezTo>
                    <a:lnTo>
                      <a:pt x="0" y="7448"/>
                    </a:lnTo>
                    <a:cubicBezTo>
                      <a:pt x="0" y="8208"/>
                      <a:pt x="608" y="8815"/>
                      <a:pt x="1368" y="8815"/>
                    </a:cubicBezTo>
                    <a:cubicBezTo>
                      <a:pt x="2158" y="8815"/>
                      <a:pt x="2766" y="8177"/>
                      <a:pt x="2766" y="7417"/>
                    </a:cubicBezTo>
                    <a:lnTo>
                      <a:pt x="2766" y="1369"/>
                    </a:lnTo>
                    <a:cubicBezTo>
                      <a:pt x="2766" y="609"/>
                      <a:pt x="2128" y="1"/>
                      <a:pt x="13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5"/>
              <p:cNvSpPr/>
              <p:nvPr/>
            </p:nvSpPr>
            <p:spPr>
              <a:xfrm>
                <a:off x="-5345171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345" y="1"/>
                    </a:moveTo>
                    <a:cubicBezTo>
                      <a:pt x="581" y="1"/>
                      <a:pt x="0" y="627"/>
                      <a:pt x="0" y="1370"/>
                    </a:cubicBezTo>
                    <a:lnTo>
                      <a:pt x="0" y="7449"/>
                    </a:lnTo>
                    <a:cubicBezTo>
                      <a:pt x="0" y="8209"/>
                      <a:pt x="608" y="8816"/>
                      <a:pt x="1399" y="8816"/>
                    </a:cubicBezTo>
                    <a:cubicBezTo>
                      <a:pt x="2159" y="8816"/>
                      <a:pt x="2766" y="8178"/>
                      <a:pt x="2766" y="7418"/>
                    </a:cubicBezTo>
                    <a:lnTo>
                      <a:pt x="2766" y="1370"/>
                    </a:lnTo>
                    <a:cubicBezTo>
                      <a:pt x="2766" y="610"/>
                      <a:pt x="2159" y="2"/>
                      <a:pt x="1399" y="2"/>
                    </a:cubicBezTo>
                    <a:cubicBezTo>
                      <a:pt x="1381" y="1"/>
                      <a:pt x="1363" y="1"/>
                      <a:pt x="13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5"/>
              <p:cNvSpPr/>
              <p:nvPr/>
            </p:nvSpPr>
            <p:spPr>
              <a:xfrm>
                <a:off x="-4984177" y="3980866"/>
                <a:ext cx="78190" cy="246363"/>
              </a:xfrm>
              <a:custGeom>
                <a:rect b="b" l="l" r="r" t="t"/>
                <a:pathLst>
                  <a:path extrusionOk="0" h="8816" w="2798">
                    <a:moveTo>
                      <a:pt x="1399" y="1"/>
                    </a:moveTo>
                    <a:cubicBezTo>
                      <a:pt x="639" y="1"/>
                      <a:pt x="1" y="609"/>
                      <a:pt x="1" y="1369"/>
                    </a:cubicBezTo>
                    <a:lnTo>
                      <a:pt x="1" y="7448"/>
                    </a:lnTo>
                    <a:cubicBezTo>
                      <a:pt x="1" y="8208"/>
                      <a:pt x="639" y="8815"/>
                      <a:pt x="1399" y="8815"/>
                    </a:cubicBezTo>
                    <a:cubicBezTo>
                      <a:pt x="2159" y="8815"/>
                      <a:pt x="2797" y="8177"/>
                      <a:pt x="2797" y="7417"/>
                    </a:cubicBezTo>
                    <a:lnTo>
                      <a:pt x="2797" y="1369"/>
                    </a:lnTo>
                    <a:cubicBezTo>
                      <a:pt x="2797" y="609"/>
                      <a:pt x="2159" y="1"/>
                      <a:pt x="13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5"/>
              <p:cNvSpPr/>
              <p:nvPr/>
            </p:nvSpPr>
            <p:spPr>
              <a:xfrm>
                <a:off x="-4622317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316" y="1"/>
                    </a:moveTo>
                    <a:cubicBezTo>
                      <a:pt x="581" y="1"/>
                      <a:pt x="0" y="627"/>
                      <a:pt x="0" y="1370"/>
                    </a:cubicBezTo>
                    <a:lnTo>
                      <a:pt x="0" y="7449"/>
                    </a:lnTo>
                    <a:cubicBezTo>
                      <a:pt x="0" y="8209"/>
                      <a:pt x="608" y="8816"/>
                      <a:pt x="1368" y="8816"/>
                    </a:cubicBezTo>
                    <a:cubicBezTo>
                      <a:pt x="2158" y="8816"/>
                      <a:pt x="2766" y="8178"/>
                      <a:pt x="2766" y="7418"/>
                    </a:cubicBezTo>
                    <a:lnTo>
                      <a:pt x="2766" y="1370"/>
                    </a:lnTo>
                    <a:cubicBezTo>
                      <a:pt x="2766" y="610"/>
                      <a:pt x="2128" y="2"/>
                      <a:pt x="1368" y="2"/>
                    </a:cubicBezTo>
                    <a:cubicBezTo>
                      <a:pt x="1351" y="1"/>
                      <a:pt x="1333" y="1"/>
                      <a:pt x="13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5"/>
              <p:cNvSpPr/>
              <p:nvPr/>
            </p:nvSpPr>
            <p:spPr>
              <a:xfrm>
                <a:off x="-4261324" y="3980838"/>
                <a:ext cx="77324" cy="246391"/>
              </a:xfrm>
              <a:custGeom>
                <a:rect b="b" l="l" r="r" t="t"/>
                <a:pathLst>
                  <a:path extrusionOk="0" h="8817" w="2767">
                    <a:moveTo>
                      <a:pt x="1451" y="1"/>
                    </a:moveTo>
                    <a:cubicBezTo>
                      <a:pt x="1433" y="1"/>
                      <a:pt x="1416" y="1"/>
                      <a:pt x="1399" y="2"/>
                    </a:cubicBezTo>
                    <a:cubicBezTo>
                      <a:pt x="608" y="2"/>
                      <a:pt x="0" y="610"/>
                      <a:pt x="0" y="1370"/>
                    </a:cubicBezTo>
                    <a:lnTo>
                      <a:pt x="0" y="7449"/>
                    </a:lnTo>
                    <a:cubicBezTo>
                      <a:pt x="0" y="8209"/>
                      <a:pt x="608" y="8816"/>
                      <a:pt x="1399" y="8816"/>
                    </a:cubicBezTo>
                    <a:cubicBezTo>
                      <a:pt x="2158" y="8816"/>
                      <a:pt x="2766" y="8178"/>
                      <a:pt x="2766" y="7418"/>
                    </a:cubicBezTo>
                    <a:lnTo>
                      <a:pt x="2766" y="1370"/>
                    </a:lnTo>
                    <a:cubicBezTo>
                      <a:pt x="2766" y="627"/>
                      <a:pt x="2186" y="1"/>
                      <a:pt x="1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9" name="Google Shape;669;p5"/>
          <p:cNvGrpSpPr/>
          <p:nvPr/>
        </p:nvGrpSpPr>
        <p:grpSpPr>
          <a:xfrm flipH="1">
            <a:off x="2036995" y="1526768"/>
            <a:ext cx="4695118" cy="2997169"/>
            <a:chOff x="2769573" y="1526768"/>
            <a:chExt cx="4695118" cy="2997169"/>
          </a:xfrm>
        </p:grpSpPr>
        <p:grpSp>
          <p:nvGrpSpPr>
            <p:cNvPr id="670" name="Google Shape;670;p5"/>
            <p:cNvGrpSpPr/>
            <p:nvPr/>
          </p:nvGrpSpPr>
          <p:grpSpPr>
            <a:xfrm>
              <a:off x="4034765" y="1526768"/>
              <a:ext cx="3429926" cy="2997169"/>
              <a:chOff x="-4043143" y="3521580"/>
              <a:chExt cx="1896978" cy="1657634"/>
            </a:xfrm>
          </p:grpSpPr>
          <p:sp>
            <p:nvSpPr>
              <p:cNvPr id="671" name="Google Shape;671;p5"/>
              <p:cNvSpPr/>
              <p:nvPr/>
            </p:nvSpPr>
            <p:spPr>
              <a:xfrm>
                <a:off x="-3403742" y="3788280"/>
                <a:ext cx="81075" cy="77650"/>
              </a:xfrm>
              <a:custGeom>
                <a:rect b="b" l="l" r="r" t="t"/>
                <a:pathLst>
                  <a:path extrusionOk="0" h="3106" w="3243">
                    <a:moveTo>
                      <a:pt x="1618" y="0"/>
                    </a:moveTo>
                    <a:cubicBezTo>
                      <a:pt x="1488" y="0"/>
                      <a:pt x="1359" y="87"/>
                      <a:pt x="1370" y="261"/>
                    </a:cubicBezTo>
                    <a:lnTo>
                      <a:pt x="1370" y="1305"/>
                    </a:lnTo>
                    <a:lnTo>
                      <a:pt x="326" y="1305"/>
                    </a:lnTo>
                    <a:cubicBezTo>
                      <a:pt x="0" y="1305"/>
                      <a:pt x="0" y="1801"/>
                      <a:pt x="326" y="1801"/>
                    </a:cubicBezTo>
                    <a:lnTo>
                      <a:pt x="1370" y="1801"/>
                    </a:lnTo>
                    <a:lnTo>
                      <a:pt x="1370" y="2845"/>
                    </a:lnTo>
                    <a:cubicBezTo>
                      <a:pt x="1359" y="3019"/>
                      <a:pt x="1488" y="3106"/>
                      <a:pt x="1618" y="3106"/>
                    </a:cubicBezTo>
                    <a:cubicBezTo>
                      <a:pt x="1748" y="3106"/>
                      <a:pt x="1877" y="3019"/>
                      <a:pt x="1866" y="2845"/>
                    </a:cubicBezTo>
                    <a:lnTo>
                      <a:pt x="1866" y="1801"/>
                    </a:lnTo>
                    <a:lnTo>
                      <a:pt x="2910" y="1801"/>
                    </a:lnTo>
                    <a:cubicBezTo>
                      <a:pt x="3243" y="1801"/>
                      <a:pt x="3243" y="1305"/>
                      <a:pt x="2910" y="1305"/>
                    </a:cubicBezTo>
                    <a:lnTo>
                      <a:pt x="1866" y="1305"/>
                    </a:lnTo>
                    <a:lnTo>
                      <a:pt x="1866" y="261"/>
                    </a:lnTo>
                    <a:cubicBezTo>
                      <a:pt x="1877" y="87"/>
                      <a:pt x="1748" y="0"/>
                      <a:pt x="16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5"/>
              <p:cNvSpPr/>
              <p:nvPr/>
            </p:nvSpPr>
            <p:spPr>
              <a:xfrm>
                <a:off x="-2227090" y="5101439"/>
                <a:ext cx="80925" cy="7777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5"/>
              <p:cNvSpPr/>
              <p:nvPr/>
            </p:nvSpPr>
            <p:spPr>
              <a:xfrm>
                <a:off x="-4043143" y="3521580"/>
                <a:ext cx="54250" cy="46400"/>
              </a:xfrm>
              <a:custGeom>
                <a:rect b="b" l="l" r="r" t="t"/>
                <a:pathLst>
                  <a:path extrusionOk="0" h="1856" w="2170">
                    <a:moveTo>
                      <a:pt x="1244" y="493"/>
                    </a:moveTo>
                    <a:cubicBezTo>
                      <a:pt x="1481" y="493"/>
                      <a:pt x="1673" y="686"/>
                      <a:pt x="1673" y="930"/>
                    </a:cubicBezTo>
                    <a:cubicBezTo>
                      <a:pt x="1673" y="1190"/>
                      <a:pt x="1461" y="1362"/>
                      <a:pt x="1238" y="1362"/>
                    </a:cubicBezTo>
                    <a:cubicBezTo>
                      <a:pt x="1131" y="1362"/>
                      <a:pt x="1022" y="1322"/>
                      <a:pt x="933" y="1233"/>
                    </a:cubicBezTo>
                    <a:cubicBezTo>
                      <a:pt x="659" y="960"/>
                      <a:pt x="852" y="493"/>
                      <a:pt x="1244" y="493"/>
                    </a:cubicBezTo>
                    <a:close/>
                    <a:moveTo>
                      <a:pt x="1234" y="1"/>
                    </a:moveTo>
                    <a:cubicBezTo>
                      <a:pt x="1006" y="1"/>
                      <a:pt x="774" y="84"/>
                      <a:pt x="585" y="271"/>
                    </a:cubicBezTo>
                    <a:cubicBezTo>
                      <a:pt x="0" y="856"/>
                      <a:pt x="415" y="1855"/>
                      <a:pt x="1244" y="1855"/>
                    </a:cubicBezTo>
                    <a:cubicBezTo>
                      <a:pt x="1755" y="1855"/>
                      <a:pt x="2169" y="1441"/>
                      <a:pt x="2169" y="930"/>
                    </a:cubicBezTo>
                    <a:cubicBezTo>
                      <a:pt x="2169" y="369"/>
                      <a:pt x="1711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4" name="Google Shape;674;p5"/>
            <p:cNvSpPr/>
            <p:nvPr/>
          </p:nvSpPr>
          <p:spPr>
            <a:xfrm>
              <a:off x="2769573" y="4372067"/>
              <a:ext cx="97728" cy="83715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5"/>
          <p:cNvGrpSpPr/>
          <p:nvPr/>
        </p:nvGrpSpPr>
        <p:grpSpPr>
          <a:xfrm flipH="1">
            <a:off x="7814283" y="4397100"/>
            <a:ext cx="1855981" cy="404387"/>
            <a:chOff x="373708" y="2493184"/>
            <a:chExt cx="1855981" cy="404387"/>
          </a:xfrm>
        </p:grpSpPr>
        <p:sp>
          <p:nvSpPr>
            <p:cNvPr id="676" name="Google Shape;676;p5"/>
            <p:cNvSpPr/>
            <p:nvPr/>
          </p:nvSpPr>
          <p:spPr>
            <a:xfrm>
              <a:off x="373708" y="2710857"/>
              <a:ext cx="1855981" cy="186714"/>
            </a:xfrm>
            <a:custGeom>
              <a:rect b="b" l="l" r="r" t="t"/>
              <a:pathLst>
                <a:path extrusionOk="0" h="6242" w="62047">
                  <a:moveTo>
                    <a:pt x="31390" y="1"/>
                  </a:moveTo>
                  <a:cubicBezTo>
                    <a:pt x="14459" y="1"/>
                    <a:pt x="0" y="1"/>
                    <a:pt x="741" y="3369"/>
                  </a:cubicBezTo>
                  <a:cubicBezTo>
                    <a:pt x="1141" y="5205"/>
                    <a:pt x="14459" y="6242"/>
                    <a:pt x="31390" y="6242"/>
                  </a:cubicBezTo>
                  <a:cubicBezTo>
                    <a:pt x="48321" y="6242"/>
                    <a:pt x="62047" y="5228"/>
                    <a:pt x="62047" y="3369"/>
                  </a:cubicBezTo>
                  <a:cubicBezTo>
                    <a:pt x="62047" y="1"/>
                    <a:pt x="48321" y="1"/>
                    <a:pt x="31390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1809358" y="2495188"/>
              <a:ext cx="255363" cy="29077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2064691" y="2593720"/>
              <a:ext cx="100566" cy="94823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718061" y="2591506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718061" y="2689829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718061" y="2493184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712527" y="2493184"/>
              <a:ext cx="72209" cy="29499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531377" y="2493184"/>
              <a:ext cx="181180" cy="29499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"/>
          <p:cNvSpPr/>
          <p:nvPr/>
        </p:nvSpPr>
        <p:spPr>
          <a:xfrm flipH="1" rot="1132881">
            <a:off x="-990142" y="650238"/>
            <a:ext cx="9695433" cy="5952173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FFFFF">
              <a:alpha val="4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6"/>
          <p:cNvSpPr txBox="1"/>
          <p:nvPr>
            <p:ph type="title"/>
          </p:nvPr>
        </p:nvSpPr>
        <p:spPr>
          <a:xfrm>
            <a:off x="226650" y="235575"/>
            <a:ext cx="35661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"/>
              <a:t>Uloga Clockwise alata</a:t>
            </a:r>
            <a:endParaRPr/>
          </a:p>
        </p:txBody>
      </p:sp>
      <p:grpSp>
        <p:nvGrpSpPr>
          <p:cNvPr id="690" name="Google Shape;690;p6"/>
          <p:cNvGrpSpPr/>
          <p:nvPr/>
        </p:nvGrpSpPr>
        <p:grpSpPr>
          <a:xfrm>
            <a:off x="1936588" y="764768"/>
            <a:ext cx="5528105" cy="3759169"/>
            <a:chOff x="1936588" y="764768"/>
            <a:chExt cx="5528105" cy="3759169"/>
          </a:xfrm>
        </p:grpSpPr>
        <p:grpSp>
          <p:nvGrpSpPr>
            <p:cNvPr id="691" name="Google Shape;691;p6"/>
            <p:cNvGrpSpPr/>
            <p:nvPr/>
          </p:nvGrpSpPr>
          <p:grpSpPr>
            <a:xfrm>
              <a:off x="1936588" y="764768"/>
              <a:ext cx="5528105" cy="3759169"/>
              <a:chOff x="-5203576" y="3100143"/>
              <a:chExt cx="3057411" cy="2079071"/>
            </a:xfrm>
          </p:grpSpPr>
          <p:sp>
            <p:nvSpPr>
              <p:cNvPr id="692" name="Google Shape;692;p6"/>
              <p:cNvSpPr/>
              <p:nvPr/>
            </p:nvSpPr>
            <p:spPr>
              <a:xfrm>
                <a:off x="-5203576" y="3414690"/>
                <a:ext cx="54050" cy="46300"/>
              </a:xfrm>
              <a:custGeom>
                <a:rect b="b" l="l" r="r" t="t"/>
                <a:pathLst>
                  <a:path extrusionOk="0" h="1852" w="2162">
                    <a:moveTo>
                      <a:pt x="1236" y="497"/>
                    </a:moveTo>
                    <a:cubicBezTo>
                      <a:pt x="1481" y="497"/>
                      <a:pt x="1673" y="689"/>
                      <a:pt x="1673" y="926"/>
                    </a:cubicBezTo>
                    <a:cubicBezTo>
                      <a:pt x="1673" y="1186"/>
                      <a:pt x="1460" y="1358"/>
                      <a:pt x="1238" y="1358"/>
                    </a:cubicBezTo>
                    <a:cubicBezTo>
                      <a:pt x="1131" y="1358"/>
                      <a:pt x="1022" y="1318"/>
                      <a:pt x="933" y="1230"/>
                    </a:cubicBezTo>
                    <a:cubicBezTo>
                      <a:pt x="659" y="963"/>
                      <a:pt x="851" y="497"/>
                      <a:pt x="1236" y="497"/>
                    </a:cubicBezTo>
                    <a:close/>
                    <a:moveTo>
                      <a:pt x="1233" y="1"/>
                    </a:moveTo>
                    <a:cubicBezTo>
                      <a:pt x="1006" y="1"/>
                      <a:pt x="774" y="85"/>
                      <a:pt x="585" y="275"/>
                    </a:cubicBezTo>
                    <a:cubicBezTo>
                      <a:pt x="0" y="859"/>
                      <a:pt x="415" y="1851"/>
                      <a:pt x="1236" y="1851"/>
                    </a:cubicBezTo>
                    <a:cubicBezTo>
                      <a:pt x="1747" y="1851"/>
                      <a:pt x="2162" y="1437"/>
                      <a:pt x="2162" y="926"/>
                    </a:cubicBezTo>
                    <a:cubicBezTo>
                      <a:pt x="2162" y="370"/>
                      <a:pt x="1708" y="1"/>
                      <a:pt x="1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6"/>
              <p:cNvSpPr/>
              <p:nvPr/>
            </p:nvSpPr>
            <p:spPr>
              <a:xfrm>
                <a:off x="-2227090" y="5101439"/>
                <a:ext cx="80925" cy="7777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6"/>
              <p:cNvSpPr/>
              <p:nvPr/>
            </p:nvSpPr>
            <p:spPr>
              <a:xfrm>
                <a:off x="-4090558" y="3852477"/>
                <a:ext cx="81850" cy="76975"/>
              </a:xfrm>
              <a:custGeom>
                <a:rect b="b" l="l" r="r" t="t"/>
                <a:pathLst>
                  <a:path extrusionOk="0" h="3079" w="3274">
                    <a:moveTo>
                      <a:pt x="1637" y="1"/>
                    </a:moveTo>
                    <a:cubicBezTo>
                      <a:pt x="1515" y="1"/>
                      <a:pt x="1393" y="84"/>
                      <a:pt x="1393" y="250"/>
                    </a:cubicBezTo>
                    <a:lnTo>
                      <a:pt x="1393" y="1294"/>
                    </a:lnTo>
                    <a:lnTo>
                      <a:pt x="349" y="1294"/>
                    </a:lnTo>
                    <a:cubicBezTo>
                      <a:pt x="342" y="1294"/>
                      <a:pt x="335" y="1294"/>
                      <a:pt x="328" y="1294"/>
                    </a:cubicBezTo>
                    <a:cubicBezTo>
                      <a:pt x="1" y="1294"/>
                      <a:pt x="1" y="1791"/>
                      <a:pt x="328" y="1791"/>
                    </a:cubicBezTo>
                    <a:cubicBezTo>
                      <a:pt x="335" y="1791"/>
                      <a:pt x="342" y="1791"/>
                      <a:pt x="349" y="1790"/>
                    </a:cubicBezTo>
                    <a:lnTo>
                      <a:pt x="1393" y="1790"/>
                    </a:lnTo>
                    <a:lnTo>
                      <a:pt x="1393" y="2834"/>
                    </a:lnTo>
                    <a:cubicBezTo>
                      <a:pt x="1393" y="2997"/>
                      <a:pt x="1515" y="3078"/>
                      <a:pt x="1637" y="3078"/>
                    </a:cubicBezTo>
                    <a:cubicBezTo>
                      <a:pt x="1759" y="3078"/>
                      <a:pt x="1881" y="2997"/>
                      <a:pt x="1881" y="2834"/>
                    </a:cubicBezTo>
                    <a:lnTo>
                      <a:pt x="1881" y="1790"/>
                    </a:lnTo>
                    <a:lnTo>
                      <a:pt x="2925" y="1790"/>
                    </a:lnTo>
                    <a:cubicBezTo>
                      <a:pt x="2932" y="1791"/>
                      <a:pt x="2939" y="1791"/>
                      <a:pt x="2946" y="1791"/>
                    </a:cubicBezTo>
                    <a:cubicBezTo>
                      <a:pt x="3274" y="1791"/>
                      <a:pt x="3274" y="1294"/>
                      <a:pt x="2946" y="1294"/>
                    </a:cubicBezTo>
                    <a:cubicBezTo>
                      <a:pt x="2939" y="1294"/>
                      <a:pt x="2932" y="1294"/>
                      <a:pt x="2925" y="1294"/>
                    </a:cubicBezTo>
                    <a:lnTo>
                      <a:pt x="1881" y="1294"/>
                    </a:lnTo>
                    <a:lnTo>
                      <a:pt x="1881" y="250"/>
                    </a:lnTo>
                    <a:cubicBezTo>
                      <a:pt x="1881" y="84"/>
                      <a:pt x="1759" y="1"/>
                      <a:pt x="16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6"/>
              <p:cNvSpPr/>
              <p:nvPr/>
            </p:nvSpPr>
            <p:spPr>
              <a:xfrm>
                <a:off x="-3368844" y="3100143"/>
                <a:ext cx="54250" cy="46400"/>
              </a:xfrm>
              <a:custGeom>
                <a:rect b="b" l="l" r="r" t="t"/>
                <a:pathLst>
                  <a:path extrusionOk="0" h="1856" w="2170">
                    <a:moveTo>
                      <a:pt x="1244" y="493"/>
                    </a:moveTo>
                    <a:cubicBezTo>
                      <a:pt x="1481" y="493"/>
                      <a:pt x="1673" y="686"/>
                      <a:pt x="1673" y="930"/>
                    </a:cubicBezTo>
                    <a:cubicBezTo>
                      <a:pt x="1673" y="1190"/>
                      <a:pt x="1461" y="1362"/>
                      <a:pt x="1238" y="1362"/>
                    </a:cubicBezTo>
                    <a:cubicBezTo>
                      <a:pt x="1131" y="1362"/>
                      <a:pt x="1022" y="1322"/>
                      <a:pt x="933" y="1233"/>
                    </a:cubicBezTo>
                    <a:cubicBezTo>
                      <a:pt x="659" y="960"/>
                      <a:pt x="852" y="493"/>
                      <a:pt x="1244" y="493"/>
                    </a:cubicBezTo>
                    <a:close/>
                    <a:moveTo>
                      <a:pt x="1234" y="1"/>
                    </a:moveTo>
                    <a:cubicBezTo>
                      <a:pt x="1006" y="1"/>
                      <a:pt x="774" y="84"/>
                      <a:pt x="585" y="271"/>
                    </a:cubicBezTo>
                    <a:cubicBezTo>
                      <a:pt x="0" y="856"/>
                      <a:pt x="415" y="1855"/>
                      <a:pt x="1244" y="1855"/>
                    </a:cubicBezTo>
                    <a:cubicBezTo>
                      <a:pt x="1755" y="1855"/>
                      <a:pt x="2169" y="1441"/>
                      <a:pt x="2169" y="930"/>
                    </a:cubicBezTo>
                    <a:cubicBezTo>
                      <a:pt x="2169" y="369"/>
                      <a:pt x="1711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6" name="Google Shape;696;p6"/>
            <p:cNvSpPr/>
            <p:nvPr/>
          </p:nvSpPr>
          <p:spPr>
            <a:xfrm>
              <a:off x="5727396" y="4153898"/>
              <a:ext cx="146320" cy="14062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6815498" y="2152804"/>
              <a:ext cx="97728" cy="83715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8" name="Google Shape;698;p6"/>
          <p:cNvGrpSpPr/>
          <p:nvPr/>
        </p:nvGrpSpPr>
        <p:grpSpPr>
          <a:xfrm>
            <a:off x="226658" y="1666884"/>
            <a:ext cx="1855981" cy="404387"/>
            <a:chOff x="373708" y="2493184"/>
            <a:chExt cx="1855981" cy="404387"/>
          </a:xfrm>
        </p:grpSpPr>
        <p:sp>
          <p:nvSpPr>
            <p:cNvPr id="699" name="Google Shape;699;p6"/>
            <p:cNvSpPr/>
            <p:nvPr/>
          </p:nvSpPr>
          <p:spPr>
            <a:xfrm>
              <a:off x="373708" y="2710857"/>
              <a:ext cx="1855981" cy="186714"/>
            </a:xfrm>
            <a:custGeom>
              <a:rect b="b" l="l" r="r" t="t"/>
              <a:pathLst>
                <a:path extrusionOk="0" h="6242" w="62047">
                  <a:moveTo>
                    <a:pt x="31390" y="1"/>
                  </a:moveTo>
                  <a:cubicBezTo>
                    <a:pt x="14459" y="1"/>
                    <a:pt x="0" y="1"/>
                    <a:pt x="741" y="3369"/>
                  </a:cubicBezTo>
                  <a:cubicBezTo>
                    <a:pt x="1141" y="5205"/>
                    <a:pt x="14459" y="6242"/>
                    <a:pt x="31390" y="6242"/>
                  </a:cubicBezTo>
                  <a:cubicBezTo>
                    <a:pt x="48321" y="6242"/>
                    <a:pt x="62047" y="5228"/>
                    <a:pt x="62047" y="3369"/>
                  </a:cubicBezTo>
                  <a:cubicBezTo>
                    <a:pt x="62047" y="1"/>
                    <a:pt x="48321" y="1"/>
                    <a:pt x="31390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1809358" y="2495188"/>
              <a:ext cx="255363" cy="29077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2064691" y="2593720"/>
              <a:ext cx="100566" cy="94823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718061" y="2591506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718061" y="2689829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718061" y="2493184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712527" y="2493184"/>
              <a:ext cx="72209" cy="29499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531377" y="2493184"/>
              <a:ext cx="181180" cy="29499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7" name="Google Shape;707;p6"/>
          <p:cNvSpPr txBox="1"/>
          <p:nvPr/>
        </p:nvSpPr>
        <p:spPr>
          <a:xfrm>
            <a:off x="0" y="2450100"/>
            <a:ext cx="4232700" cy="26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b="0" i="0" lang="f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alat za upravljanje vremenom i optimizaciju kalendara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b="0" i="0" lang="f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dizajniran da pomogne timovima i pojedincima da efikasnije upravljaju svojim rasporedima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b="0" i="0" lang="f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osigurava da je vaš kalendar uvijek optimiziran za produktivnost (pomoću funkcija kao što su automatsko zakazivanje sastanaka, blokiranje vremena za fokusiranje i rješavanje konflikata)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b="0" i="0" lang="f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pruža ažuriranja u stvarnom vremenu i uvide u dostupnost tima</a:t>
            </a:r>
            <a:endParaRPr b="0" i="0" sz="1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"/>
          <p:cNvSpPr txBox="1"/>
          <p:nvPr>
            <p:ph type="title"/>
          </p:nvPr>
        </p:nvSpPr>
        <p:spPr>
          <a:xfrm>
            <a:off x="713225" y="52122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600"/>
              <a:buNone/>
            </a:pPr>
            <a:r>
              <a:rPr lang="fr"/>
              <a:t>Značaj Clockwise alata</a:t>
            </a:r>
            <a:endParaRPr/>
          </a:p>
        </p:txBody>
      </p:sp>
      <p:sp>
        <p:nvSpPr>
          <p:cNvPr id="713" name="Google Shape;713;p7"/>
          <p:cNvSpPr txBox="1"/>
          <p:nvPr/>
        </p:nvSpPr>
        <p:spPr>
          <a:xfrm>
            <a:off x="633452" y="1279975"/>
            <a:ext cx="18486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fr" sz="3600" u="none" cap="none" strike="noStrike">
                <a:solidFill>
                  <a:schemeClr val="dk2"/>
                </a:solidFill>
                <a:latin typeface="Spinnaker"/>
                <a:ea typeface="Spinnaker"/>
                <a:cs typeface="Spinnaker"/>
                <a:sym typeface="Spinnaker"/>
              </a:rPr>
              <a:t>1</a:t>
            </a:r>
            <a:endParaRPr b="1" i="0" sz="3600" u="none" cap="none" strike="noStrike">
              <a:solidFill>
                <a:schemeClr val="dk2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714" name="Google Shape;714;p7"/>
          <p:cNvSpPr txBox="1"/>
          <p:nvPr/>
        </p:nvSpPr>
        <p:spPr>
          <a:xfrm>
            <a:off x="2683616" y="1279975"/>
            <a:ext cx="18486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fr" sz="3600" u="none" cap="none" strike="noStrike">
                <a:solidFill>
                  <a:schemeClr val="accent2"/>
                </a:solidFill>
                <a:latin typeface="Spinnaker"/>
                <a:ea typeface="Spinnaker"/>
                <a:cs typeface="Spinnaker"/>
                <a:sym typeface="Spinnaker"/>
              </a:rPr>
              <a:t>2</a:t>
            </a:r>
            <a:endParaRPr b="1" i="0" sz="3600" u="none" cap="none" strike="noStrike">
              <a:solidFill>
                <a:schemeClr val="accent2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715" name="Google Shape;715;p7"/>
          <p:cNvSpPr txBox="1"/>
          <p:nvPr/>
        </p:nvSpPr>
        <p:spPr>
          <a:xfrm>
            <a:off x="4733780" y="1279975"/>
            <a:ext cx="18486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fr" sz="3600" u="none" cap="none" strike="noStrike">
                <a:solidFill>
                  <a:schemeClr val="accent1"/>
                </a:solidFill>
                <a:latin typeface="Spinnaker"/>
                <a:ea typeface="Spinnaker"/>
                <a:cs typeface="Spinnaker"/>
                <a:sym typeface="Spinnaker"/>
              </a:rPr>
              <a:t>3</a:t>
            </a:r>
            <a:endParaRPr b="1" i="0" sz="3600" u="none" cap="none" strike="noStrike">
              <a:solidFill>
                <a:schemeClr val="accen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716" name="Google Shape;716;p7"/>
          <p:cNvSpPr txBox="1"/>
          <p:nvPr/>
        </p:nvSpPr>
        <p:spPr>
          <a:xfrm>
            <a:off x="6783943" y="1279975"/>
            <a:ext cx="18486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fr" sz="3600" u="none" cap="none" strike="noStrike">
                <a:solidFill>
                  <a:schemeClr val="lt2"/>
                </a:solidFill>
                <a:latin typeface="Spinnaker"/>
                <a:ea typeface="Spinnaker"/>
                <a:cs typeface="Spinnaker"/>
                <a:sym typeface="Spinnaker"/>
              </a:rPr>
              <a:t>4</a:t>
            </a:r>
            <a:endParaRPr b="1" i="0" sz="3600" u="none" cap="none" strike="noStrike">
              <a:solidFill>
                <a:schemeClr val="lt2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717" name="Google Shape;717;p7"/>
          <p:cNvSpPr/>
          <p:nvPr/>
        </p:nvSpPr>
        <p:spPr>
          <a:xfrm>
            <a:off x="502575" y="2535790"/>
            <a:ext cx="8261100" cy="111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7"/>
          <p:cNvSpPr/>
          <p:nvPr/>
        </p:nvSpPr>
        <p:spPr>
          <a:xfrm>
            <a:off x="634569" y="2675341"/>
            <a:ext cx="1846500" cy="830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Povećava produktivnost</a:t>
            </a:r>
            <a:endParaRPr b="1" i="0" sz="1600" u="none" cap="none" strike="noStrike">
              <a:solidFill>
                <a:schemeClr val="l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719" name="Google Shape;719;p7"/>
          <p:cNvSpPr/>
          <p:nvPr/>
        </p:nvSpPr>
        <p:spPr>
          <a:xfrm>
            <a:off x="2685105" y="2675341"/>
            <a:ext cx="1846500" cy="830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Smanjuje stres i preopterećenost</a:t>
            </a:r>
            <a:endParaRPr b="1" i="0" sz="15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720" name="Google Shape;720;p7"/>
          <p:cNvSpPr/>
          <p:nvPr/>
        </p:nvSpPr>
        <p:spPr>
          <a:xfrm>
            <a:off x="4734524" y="2675341"/>
            <a:ext cx="1846500" cy="83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Poboljšava timsku saradnju</a:t>
            </a:r>
            <a:endParaRPr b="1" i="0" sz="15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721" name="Google Shape;721;p7"/>
          <p:cNvSpPr/>
          <p:nvPr/>
        </p:nvSpPr>
        <p:spPr>
          <a:xfrm>
            <a:off x="6783943" y="2675341"/>
            <a:ext cx="1846500" cy="8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fr" sz="1700" u="none" cap="none" strike="noStrike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Podržava rad na daljinu</a:t>
            </a:r>
            <a:endParaRPr b="1" i="0" sz="1700" u="none" cap="none" strike="noStrike">
              <a:solidFill>
                <a:schemeClr val="l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cxnSp>
        <p:nvCxnSpPr>
          <p:cNvPr id="722" name="Google Shape;722;p7"/>
          <p:cNvCxnSpPr/>
          <p:nvPr/>
        </p:nvCxnSpPr>
        <p:spPr>
          <a:xfrm rot="10800000">
            <a:off x="1475951" y="3834278"/>
            <a:ext cx="0" cy="55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7"/>
          <p:cNvCxnSpPr>
            <a:stCxn id="713" idx="2"/>
          </p:cNvCxnSpPr>
          <p:nvPr/>
        </p:nvCxnSpPr>
        <p:spPr>
          <a:xfrm>
            <a:off x="1557752" y="1984675"/>
            <a:ext cx="0" cy="56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7"/>
          <p:cNvCxnSpPr>
            <a:endCxn id="714" idx="2"/>
          </p:cNvCxnSpPr>
          <p:nvPr/>
        </p:nvCxnSpPr>
        <p:spPr>
          <a:xfrm rot="10800000">
            <a:off x="3607916" y="1984675"/>
            <a:ext cx="0" cy="55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7"/>
          <p:cNvCxnSpPr/>
          <p:nvPr/>
        </p:nvCxnSpPr>
        <p:spPr>
          <a:xfrm>
            <a:off x="3147608" y="4384952"/>
            <a:ext cx="0" cy="54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7"/>
          <p:cNvCxnSpPr>
            <a:endCxn id="715" idx="2"/>
          </p:cNvCxnSpPr>
          <p:nvPr/>
        </p:nvCxnSpPr>
        <p:spPr>
          <a:xfrm rot="10800000">
            <a:off x="5658080" y="1984675"/>
            <a:ext cx="0" cy="568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7"/>
          <p:cNvCxnSpPr/>
          <p:nvPr/>
        </p:nvCxnSpPr>
        <p:spPr>
          <a:xfrm>
            <a:off x="5496638" y="4071603"/>
            <a:ext cx="0" cy="54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7"/>
          <p:cNvCxnSpPr>
            <a:endCxn id="716" idx="2"/>
          </p:cNvCxnSpPr>
          <p:nvPr/>
        </p:nvCxnSpPr>
        <p:spPr>
          <a:xfrm rot="10800000">
            <a:off x="7708243" y="1984675"/>
            <a:ext cx="0" cy="56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9" name="Google Shape;729;p7"/>
          <p:cNvCxnSpPr/>
          <p:nvPr/>
        </p:nvCxnSpPr>
        <p:spPr>
          <a:xfrm>
            <a:off x="7650312" y="3838483"/>
            <a:ext cx="0" cy="54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0" name="Google Shape;730;p7"/>
          <p:cNvSpPr/>
          <p:nvPr/>
        </p:nvSpPr>
        <p:spPr>
          <a:xfrm>
            <a:off x="5181851" y="3905718"/>
            <a:ext cx="952500" cy="952500"/>
          </a:xfrm>
          <a:prstGeom prst="roundRect">
            <a:avLst>
              <a:gd fmla="val 8373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1" name="Google Shape;731;p7"/>
          <p:cNvGrpSpPr/>
          <p:nvPr/>
        </p:nvGrpSpPr>
        <p:grpSpPr>
          <a:xfrm>
            <a:off x="5371751" y="4095619"/>
            <a:ext cx="572696" cy="572698"/>
            <a:chOff x="5319821" y="1986242"/>
            <a:chExt cx="348102" cy="348103"/>
          </a:xfrm>
        </p:grpSpPr>
        <p:sp>
          <p:nvSpPr>
            <p:cNvPr id="732" name="Google Shape;732;p7"/>
            <p:cNvSpPr/>
            <p:nvPr/>
          </p:nvSpPr>
          <p:spPr>
            <a:xfrm>
              <a:off x="5319821" y="2134506"/>
              <a:ext cx="104830" cy="115150"/>
            </a:xfrm>
            <a:custGeom>
              <a:rect b="b" l="l" r="r" t="t"/>
              <a:pathLst>
                <a:path extrusionOk="0" h="4385" w="3992">
                  <a:moveTo>
                    <a:pt x="1264" y="1"/>
                  </a:moveTo>
                  <a:cubicBezTo>
                    <a:pt x="1015" y="1"/>
                    <a:pt x="824" y="202"/>
                    <a:pt x="824" y="441"/>
                  </a:cubicBezTo>
                  <a:lnTo>
                    <a:pt x="824" y="1159"/>
                  </a:lnTo>
                  <a:lnTo>
                    <a:pt x="728" y="1140"/>
                  </a:lnTo>
                  <a:cubicBezTo>
                    <a:pt x="680" y="1129"/>
                    <a:pt x="630" y="1124"/>
                    <a:pt x="580" y="1124"/>
                  </a:cubicBezTo>
                  <a:cubicBezTo>
                    <a:pt x="453" y="1124"/>
                    <a:pt x="324" y="1160"/>
                    <a:pt x="221" y="1235"/>
                  </a:cubicBezTo>
                  <a:cubicBezTo>
                    <a:pt x="1" y="1427"/>
                    <a:pt x="1" y="1800"/>
                    <a:pt x="39" y="2346"/>
                  </a:cubicBezTo>
                  <a:cubicBezTo>
                    <a:pt x="77" y="2996"/>
                    <a:pt x="728" y="3551"/>
                    <a:pt x="881" y="3666"/>
                  </a:cubicBezTo>
                  <a:lnTo>
                    <a:pt x="881" y="4384"/>
                  </a:lnTo>
                  <a:lnTo>
                    <a:pt x="3485" y="4384"/>
                  </a:lnTo>
                  <a:lnTo>
                    <a:pt x="3485" y="3465"/>
                  </a:lnTo>
                  <a:cubicBezTo>
                    <a:pt x="3944" y="3073"/>
                    <a:pt x="3992" y="2298"/>
                    <a:pt x="3953" y="1934"/>
                  </a:cubicBezTo>
                  <a:lnTo>
                    <a:pt x="3953" y="939"/>
                  </a:lnTo>
                  <a:cubicBezTo>
                    <a:pt x="3953" y="700"/>
                    <a:pt x="3762" y="508"/>
                    <a:pt x="3523" y="508"/>
                  </a:cubicBezTo>
                  <a:lnTo>
                    <a:pt x="3494" y="508"/>
                  </a:lnTo>
                  <a:cubicBezTo>
                    <a:pt x="3408" y="602"/>
                    <a:pt x="3293" y="646"/>
                    <a:pt x="3180" y="646"/>
                  </a:cubicBezTo>
                  <a:cubicBezTo>
                    <a:pt x="3004" y="646"/>
                    <a:pt x="2831" y="541"/>
                    <a:pt x="2767" y="355"/>
                  </a:cubicBezTo>
                  <a:lnTo>
                    <a:pt x="2738" y="355"/>
                  </a:lnTo>
                  <a:cubicBezTo>
                    <a:pt x="2650" y="447"/>
                    <a:pt x="2537" y="490"/>
                    <a:pt x="2426" y="490"/>
                  </a:cubicBezTo>
                  <a:cubicBezTo>
                    <a:pt x="2259" y="490"/>
                    <a:pt x="2095" y="393"/>
                    <a:pt x="2020" y="221"/>
                  </a:cubicBezTo>
                  <a:lnTo>
                    <a:pt x="2001" y="221"/>
                  </a:lnTo>
                  <a:cubicBezTo>
                    <a:pt x="1917" y="298"/>
                    <a:pt x="1813" y="334"/>
                    <a:pt x="1710" y="334"/>
                  </a:cubicBezTo>
                  <a:cubicBezTo>
                    <a:pt x="1519" y="334"/>
                    <a:pt x="1333" y="212"/>
                    <a:pt x="128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5320083" y="2164258"/>
              <a:ext cx="29437" cy="85634"/>
            </a:xfrm>
            <a:custGeom>
              <a:rect b="b" l="l" r="r" t="t"/>
              <a:pathLst>
                <a:path extrusionOk="0" h="3261" w="1121">
                  <a:moveTo>
                    <a:pt x="585" y="0"/>
                  </a:moveTo>
                  <a:cubicBezTo>
                    <a:pt x="457" y="0"/>
                    <a:pt x="334" y="36"/>
                    <a:pt x="230" y="112"/>
                  </a:cubicBezTo>
                  <a:cubicBezTo>
                    <a:pt x="0" y="303"/>
                    <a:pt x="10" y="677"/>
                    <a:pt x="39" y="1213"/>
                  </a:cubicBezTo>
                  <a:cubicBezTo>
                    <a:pt x="77" y="1873"/>
                    <a:pt x="737" y="2428"/>
                    <a:pt x="881" y="2543"/>
                  </a:cubicBezTo>
                  <a:lnTo>
                    <a:pt x="881" y="3261"/>
                  </a:lnTo>
                  <a:lnTo>
                    <a:pt x="1120" y="3261"/>
                  </a:lnTo>
                  <a:lnTo>
                    <a:pt x="1120" y="2447"/>
                  </a:lnTo>
                  <a:cubicBezTo>
                    <a:pt x="862" y="2246"/>
                    <a:pt x="335" y="1768"/>
                    <a:pt x="297" y="1213"/>
                  </a:cubicBezTo>
                  <a:cubicBezTo>
                    <a:pt x="268" y="658"/>
                    <a:pt x="230" y="294"/>
                    <a:pt x="460" y="112"/>
                  </a:cubicBezTo>
                  <a:cubicBezTo>
                    <a:pt x="556" y="64"/>
                    <a:pt x="651" y="35"/>
                    <a:pt x="757" y="16"/>
                  </a:cubicBezTo>
                  <a:lnTo>
                    <a:pt x="737" y="16"/>
                  </a:lnTo>
                  <a:cubicBezTo>
                    <a:pt x="686" y="6"/>
                    <a:pt x="636" y="0"/>
                    <a:pt x="585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5341695" y="2134506"/>
              <a:ext cx="13104" cy="47793"/>
            </a:xfrm>
            <a:custGeom>
              <a:rect b="b" l="l" r="r" t="t"/>
              <a:pathLst>
                <a:path extrusionOk="0" h="1820" w="499">
                  <a:moveTo>
                    <a:pt x="431" y="1"/>
                  </a:moveTo>
                  <a:cubicBezTo>
                    <a:pt x="316" y="1"/>
                    <a:pt x="202" y="58"/>
                    <a:pt x="125" y="144"/>
                  </a:cubicBezTo>
                  <a:cubicBezTo>
                    <a:pt x="48" y="221"/>
                    <a:pt x="1" y="336"/>
                    <a:pt x="1" y="451"/>
                  </a:cubicBezTo>
                  <a:lnTo>
                    <a:pt x="1" y="1465"/>
                  </a:lnTo>
                  <a:lnTo>
                    <a:pt x="1" y="1532"/>
                  </a:lnTo>
                  <a:lnTo>
                    <a:pt x="10" y="1676"/>
                  </a:lnTo>
                  <a:cubicBezTo>
                    <a:pt x="1" y="1743"/>
                    <a:pt x="48" y="1810"/>
                    <a:pt x="115" y="1819"/>
                  </a:cubicBezTo>
                  <a:cubicBezTo>
                    <a:pt x="119" y="1820"/>
                    <a:pt x="123" y="1820"/>
                    <a:pt x="127" y="1820"/>
                  </a:cubicBezTo>
                  <a:cubicBezTo>
                    <a:pt x="240" y="1820"/>
                    <a:pt x="240" y="1685"/>
                    <a:pt x="240" y="1685"/>
                  </a:cubicBezTo>
                  <a:lnTo>
                    <a:pt x="230" y="1417"/>
                  </a:lnTo>
                  <a:lnTo>
                    <a:pt x="230" y="422"/>
                  </a:lnTo>
                  <a:cubicBezTo>
                    <a:pt x="221" y="240"/>
                    <a:pt x="326" y="68"/>
                    <a:pt x="498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5363701" y="2140047"/>
              <a:ext cx="8429" cy="43276"/>
            </a:xfrm>
            <a:custGeom>
              <a:rect b="b" l="l" r="r" t="t"/>
              <a:pathLst>
                <a:path extrusionOk="0" h="1648" w="321">
                  <a:moveTo>
                    <a:pt x="254" y="1"/>
                  </a:moveTo>
                  <a:cubicBezTo>
                    <a:pt x="111" y="1"/>
                    <a:pt x="0" y="129"/>
                    <a:pt x="33" y="278"/>
                  </a:cubicBezTo>
                  <a:lnTo>
                    <a:pt x="33" y="1350"/>
                  </a:lnTo>
                  <a:lnTo>
                    <a:pt x="33" y="1503"/>
                  </a:lnTo>
                  <a:cubicBezTo>
                    <a:pt x="24" y="1570"/>
                    <a:pt x="72" y="1637"/>
                    <a:pt x="148" y="1647"/>
                  </a:cubicBezTo>
                  <a:cubicBezTo>
                    <a:pt x="152" y="1647"/>
                    <a:pt x="156" y="1647"/>
                    <a:pt x="160" y="1647"/>
                  </a:cubicBezTo>
                  <a:cubicBezTo>
                    <a:pt x="263" y="1647"/>
                    <a:pt x="263" y="1522"/>
                    <a:pt x="263" y="1522"/>
                  </a:cubicBezTo>
                  <a:lnTo>
                    <a:pt x="254" y="1245"/>
                  </a:lnTo>
                  <a:lnTo>
                    <a:pt x="254" y="249"/>
                  </a:lnTo>
                  <a:cubicBezTo>
                    <a:pt x="254" y="163"/>
                    <a:pt x="273" y="77"/>
                    <a:pt x="321" y="10"/>
                  </a:cubicBezTo>
                  <a:cubicBezTo>
                    <a:pt x="298" y="4"/>
                    <a:pt x="275" y="1"/>
                    <a:pt x="254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5382241" y="2143907"/>
              <a:ext cx="8981" cy="43171"/>
            </a:xfrm>
            <a:custGeom>
              <a:rect b="b" l="l" r="r" t="t"/>
              <a:pathLst>
                <a:path extrusionOk="0" h="1644" w="342">
                  <a:moveTo>
                    <a:pt x="288" y="1"/>
                  </a:moveTo>
                  <a:cubicBezTo>
                    <a:pt x="130" y="1"/>
                    <a:pt x="0" y="149"/>
                    <a:pt x="26" y="313"/>
                  </a:cubicBezTo>
                  <a:lnTo>
                    <a:pt x="45" y="1289"/>
                  </a:lnTo>
                  <a:lnTo>
                    <a:pt x="45" y="1356"/>
                  </a:lnTo>
                  <a:lnTo>
                    <a:pt x="55" y="1500"/>
                  </a:lnTo>
                  <a:cubicBezTo>
                    <a:pt x="45" y="1567"/>
                    <a:pt x="93" y="1634"/>
                    <a:pt x="160" y="1643"/>
                  </a:cubicBezTo>
                  <a:cubicBezTo>
                    <a:pt x="164" y="1643"/>
                    <a:pt x="168" y="1644"/>
                    <a:pt x="172" y="1644"/>
                  </a:cubicBezTo>
                  <a:cubicBezTo>
                    <a:pt x="284" y="1644"/>
                    <a:pt x="284" y="1519"/>
                    <a:pt x="284" y="1519"/>
                  </a:cubicBezTo>
                  <a:lnTo>
                    <a:pt x="275" y="1241"/>
                  </a:lnTo>
                  <a:lnTo>
                    <a:pt x="256" y="275"/>
                  </a:lnTo>
                  <a:cubicBezTo>
                    <a:pt x="246" y="179"/>
                    <a:pt x="284" y="83"/>
                    <a:pt x="342" y="7"/>
                  </a:cubicBezTo>
                  <a:cubicBezTo>
                    <a:pt x="324" y="3"/>
                    <a:pt x="306" y="1"/>
                    <a:pt x="288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5403012" y="2147846"/>
              <a:ext cx="6565" cy="39784"/>
            </a:xfrm>
            <a:custGeom>
              <a:rect b="b" l="l" r="r" t="t"/>
              <a:pathLst>
                <a:path extrusionOk="0" h="1515" w="250">
                  <a:moveTo>
                    <a:pt x="250" y="0"/>
                  </a:moveTo>
                  <a:lnTo>
                    <a:pt x="221" y="10"/>
                  </a:lnTo>
                  <a:cubicBezTo>
                    <a:pt x="135" y="29"/>
                    <a:pt x="68" y="77"/>
                    <a:pt x="10" y="134"/>
                  </a:cubicBezTo>
                  <a:lnTo>
                    <a:pt x="10" y="153"/>
                  </a:lnTo>
                  <a:lnTo>
                    <a:pt x="10" y="1225"/>
                  </a:lnTo>
                  <a:lnTo>
                    <a:pt x="10" y="1378"/>
                  </a:lnTo>
                  <a:cubicBezTo>
                    <a:pt x="1" y="1445"/>
                    <a:pt x="49" y="1503"/>
                    <a:pt x="125" y="1512"/>
                  </a:cubicBezTo>
                  <a:cubicBezTo>
                    <a:pt x="133" y="1513"/>
                    <a:pt x="141" y="1514"/>
                    <a:pt x="148" y="1514"/>
                  </a:cubicBezTo>
                  <a:cubicBezTo>
                    <a:pt x="248" y="1514"/>
                    <a:pt x="240" y="1397"/>
                    <a:pt x="240" y="1397"/>
                  </a:cubicBezTo>
                  <a:lnTo>
                    <a:pt x="230" y="1120"/>
                  </a:lnTo>
                  <a:lnTo>
                    <a:pt x="230" y="125"/>
                  </a:lnTo>
                  <a:cubicBezTo>
                    <a:pt x="230" y="77"/>
                    <a:pt x="240" y="38"/>
                    <a:pt x="250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5396736" y="1986242"/>
              <a:ext cx="43749" cy="30173"/>
            </a:xfrm>
            <a:custGeom>
              <a:rect b="b" l="l" r="r" t="t"/>
              <a:pathLst>
                <a:path extrusionOk="0" h="1149" w="1666">
                  <a:moveTo>
                    <a:pt x="173" y="0"/>
                  </a:moveTo>
                  <a:cubicBezTo>
                    <a:pt x="96" y="0"/>
                    <a:pt x="0" y="29"/>
                    <a:pt x="144" y="163"/>
                  </a:cubicBezTo>
                  <a:lnTo>
                    <a:pt x="1120" y="1120"/>
                  </a:lnTo>
                  <a:lnTo>
                    <a:pt x="1178" y="1149"/>
                  </a:lnTo>
                  <a:lnTo>
                    <a:pt x="1666" y="125"/>
                  </a:lnTo>
                  <a:lnTo>
                    <a:pt x="1589" y="8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5398233" y="1987003"/>
              <a:ext cx="35976" cy="29411"/>
            </a:xfrm>
            <a:custGeom>
              <a:rect b="b" l="l" r="r" t="t"/>
              <a:pathLst>
                <a:path extrusionOk="0" h="1120" w="1370">
                  <a:moveTo>
                    <a:pt x="10" y="0"/>
                  </a:moveTo>
                  <a:cubicBezTo>
                    <a:pt x="1" y="29"/>
                    <a:pt x="10" y="67"/>
                    <a:pt x="77" y="134"/>
                  </a:cubicBezTo>
                  <a:lnTo>
                    <a:pt x="1054" y="1091"/>
                  </a:lnTo>
                  <a:lnTo>
                    <a:pt x="1121" y="1120"/>
                  </a:lnTo>
                  <a:lnTo>
                    <a:pt x="1369" y="58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5425648" y="1988500"/>
              <a:ext cx="61081" cy="49290"/>
            </a:xfrm>
            <a:custGeom>
              <a:rect b="b" l="l" r="r" t="t"/>
              <a:pathLst>
                <a:path extrusionOk="0" h="1877" w="2326">
                  <a:moveTo>
                    <a:pt x="479" y="1"/>
                  </a:moveTo>
                  <a:lnTo>
                    <a:pt x="0" y="1025"/>
                  </a:lnTo>
                  <a:lnTo>
                    <a:pt x="2029" y="1876"/>
                  </a:lnTo>
                  <a:lnTo>
                    <a:pt x="2326" y="776"/>
                  </a:lnTo>
                  <a:lnTo>
                    <a:pt x="4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5548782" y="2038000"/>
              <a:ext cx="32956" cy="37998"/>
            </a:xfrm>
            <a:custGeom>
              <a:rect b="b" l="l" r="r" t="t"/>
              <a:pathLst>
                <a:path extrusionOk="0" h="1447" w="1255">
                  <a:moveTo>
                    <a:pt x="278" y="1"/>
                  </a:moveTo>
                  <a:lnTo>
                    <a:pt x="39" y="853"/>
                  </a:lnTo>
                  <a:lnTo>
                    <a:pt x="39" y="862"/>
                  </a:lnTo>
                  <a:lnTo>
                    <a:pt x="39" y="891"/>
                  </a:lnTo>
                  <a:lnTo>
                    <a:pt x="0" y="1121"/>
                  </a:lnTo>
                  <a:lnTo>
                    <a:pt x="776" y="1446"/>
                  </a:lnTo>
                  <a:lnTo>
                    <a:pt x="1254" y="412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5552038" y="2038000"/>
              <a:ext cx="29700" cy="24159"/>
            </a:xfrm>
            <a:custGeom>
              <a:rect b="b" l="l" r="r" t="t"/>
              <a:pathLst>
                <a:path extrusionOk="0" h="920" w="1131">
                  <a:moveTo>
                    <a:pt x="154" y="1"/>
                  </a:moveTo>
                  <a:lnTo>
                    <a:pt x="1" y="546"/>
                  </a:lnTo>
                  <a:lnTo>
                    <a:pt x="891" y="920"/>
                  </a:lnTo>
                  <a:lnTo>
                    <a:pt x="1111" y="460"/>
                  </a:lnTo>
                  <a:lnTo>
                    <a:pt x="1130" y="412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5432161" y="1988500"/>
              <a:ext cx="54568" cy="34453"/>
            </a:xfrm>
            <a:custGeom>
              <a:rect b="b" l="l" r="r" t="t"/>
              <a:pathLst>
                <a:path extrusionOk="0" h="1312" w="2078">
                  <a:moveTo>
                    <a:pt x="231" y="1"/>
                  </a:moveTo>
                  <a:lnTo>
                    <a:pt x="1" y="489"/>
                  </a:lnTo>
                  <a:lnTo>
                    <a:pt x="1934" y="1312"/>
                  </a:lnTo>
                  <a:lnTo>
                    <a:pt x="2078" y="776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5563093" y="2104097"/>
              <a:ext cx="104830" cy="115150"/>
            </a:xfrm>
            <a:custGeom>
              <a:rect b="b" l="l" r="r" t="t"/>
              <a:pathLst>
                <a:path extrusionOk="0" h="4385" w="3992">
                  <a:moveTo>
                    <a:pt x="1264" y="1"/>
                  </a:moveTo>
                  <a:cubicBezTo>
                    <a:pt x="1025" y="1"/>
                    <a:pt x="834" y="202"/>
                    <a:pt x="834" y="441"/>
                  </a:cubicBezTo>
                  <a:lnTo>
                    <a:pt x="834" y="1159"/>
                  </a:lnTo>
                  <a:lnTo>
                    <a:pt x="738" y="1140"/>
                  </a:lnTo>
                  <a:cubicBezTo>
                    <a:pt x="690" y="1129"/>
                    <a:pt x="640" y="1124"/>
                    <a:pt x="590" y="1124"/>
                  </a:cubicBezTo>
                  <a:cubicBezTo>
                    <a:pt x="462" y="1124"/>
                    <a:pt x="334" y="1160"/>
                    <a:pt x="231" y="1235"/>
                  </a:cubicBezTo>
                  <a:cubicBezTo>
                    <a:pt x="1" y="1427"/>
                    <a:pt x="11" y="1800"/>
                    <a:pt x="39" y="2336"/>
                  </a:cubicBezTo>
                  <a:cubicBezTo>
                    <a:pt x="87" y="2996"/>
                    <a:pt x="738" y="3551"/>
                    <a:pt x="891" y="3666"/>
                  </a:cubicBezTo>
                  <a:lnTo>
                    <a:pt x="891" y="4384"/>
                  </a:lnTo>
                  <a:lnTo>
                    <a:pt x="3494" y="4384"/>
                  </a:lnTo>
                  <a:lnTo>
                    <a:pt x="3494" y="3456"/>
                  </a:lnTo>
                  <a:cubicBezTo>
                    <a:pt x="3944" y="3063"/>
                    <a:pt x="3992" y="2298"/>
                    <a:pt x="3963" y="1934"/>
                  </a:cubicBezTo>
                  <a:lnTo>
                    <a:pt x="3963" y="939"/>
                  </a:lnTo>
                  <a:cubicBezTo>
                    <a:pt x="3963" y="700"/>
                    <a:pt x="3772" y="499"/>
                    <a:pt x="3523" y="499"/>
                  </a:cubicBezTo>
                  <a:lnTo>
                    <a:pt x="3504" y="499"/>
                  </a:lnTo>
                  <a:cubicBezTo>
                    <a:pt x="3416" y="594"/>
                    <a:pt x="3298" y="640"/>
                    <a:pt x="3182" y="640"/>
                  </a:cubicBezTo>
                  <a:cubicBezTo>
                    <a:pt x="3009" y="640"/>
                    <a:pt x="2839" y="539"/>
                    <a:pt x="2776" y="355"/>
                  </a:cubicBezTo>
                  <a:lnTo>
                    <a:pt x="2748" y="355"/>
                  </a:lnTo>
                  <a:cubicBezTo>
                    <a:pt x="2660" y="446"/>
                    <a:pt x="2549" y="489"/>
                    <a:pt x="2438" y="489"/>
                  </a:cubicBezTo>
                  <a:cubicBezTo>
                    <a:pt x="2270" y="489"/>
                    <a:pt x="2105" y="390"/>
                    <a:pt x="2030" y="211"/>
                  </a:cubicBezTo>
                  <a:lnTo>
                    <a:pt x="2011" y="211"/>
                  </a:lnTo>
                  <a:cubicBezTo>
                    <a:pt x="1925" y="294"/>
                    <a:pt x="1818" y="332"/>
                    <a:pt x="1713" y="332"/>
                  </a:cubicBezTo>
                  <a:cubicBezTo>
                    <a:pt x="1525" y="332"/>
                    <a:pt x="1342" y="210"/>
                    <a:pt x="129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563618" y="2133849"/>
              <a:ext cx="29175" cy="85634"/>
            </a:xfrm>
            <a:custGeom>
              <a:rect b="b" l="l" r="r" t="t"/>
              <a:pathLst>
                <a:path extrusionOk="0" h="3261" w="1111">
                  <a:moveTo>
                    <a:pt x="580" y="0"/>
                  </a:moveTo>
                  <a:cubicBezTo>
                    <a:pt x="452" y="0"/>
                    <a:pt x="324" y="36"/>
                    <a:pt x="220" y="112"/>
                  </a:cubicBezTo>
                  <a:cubicBezTo>
                    <a:pt x="0" y="303"/>
                    <a:pt x="0" y="677"/>
                    <a:pt x="38" y="1213"/>
                  </a:cubicBezTo>
                  <a:cubicBezTo>
                    <a:pt x="77" y="1873"/>
                    <a:pt x="727" y="2428"/>
                    <a:pt x="881" y="2543"/>
                  </a:cubicBezTo>
                  <a:lnTo>
                    <a:pt x="881" y="3261"/>
                  </a:lnTo>
                  <a:lnTo>
                    <a:pt x="1110" y="3261"/>
                  </a:lnTo>
                  <a:lnTo>
                    <a:pt x="1110" y="2447"/>
                  </a:lnTo>
                  <a:cubicBezTo>
                    <a:pt x="852" y="2246"/>
                    <a:pt x="326" y="1768"/>
                    <a:pt x="287" y="1213"/>
                  </a:cubicBezTo>
                  <a:cubicBezTo>
                    <a:pt x="259" y="658"/>
                    <a:pt x="230" y="294"/>
                    <a:pt x="450" y="112"/>
                  </a:cubicBezTo>
                  <a:cubicBezTo>
                    <a:pt x="546" y="64"/>
                    <a:pt x="651" y="35"/>
                    <a:pt x="756" y="16"/>
                  </a:cubicBezTo>
                  <a:lnTo>
                    <a:pt x="727" y="16"/>
                  </a:lnTo>
                  <a:cubicBezTo>
                    <a:pt x="679" y="6"/>
                    <a:pt x="629" y="0"/>
                    <a:pt x="580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5448258" y="1994934"/>
              <a:ext cx="115124" cy="129803"/>
            </a:xfrm>
            <a:custGeom>
              <a:rect b="b" l="l" r="r" t="t"/>
              <a:pathLst>
                <a:path extrusionOk="0" h="4943" w="4384">
                  <a:moveTo>
                    <a:pt x="1827" y="1"/>
                  </a:moveTo>
                  <a:cubicBezTo>
                    <a:pt x="1749" y="1"/>
                    <a:pt x="1671" y="22"/>
                    <a:pt x="1599" y="62"/>
                  </a:cubicBezTo>
                  <a:cubicBezTo>
                    <a:pt x="1503" y="119"/>
                    <a:pt x="1436" y="215"/>
                    <a:pt x="1407" y="330"/>
                  </a:cubicBezTo>
                  <a:lnTo>
                    <a:pt x="1063" y="1593"/>
                  </a:lnTo>
                  <a:lnTo>
                    <a:pt x="335" y="1287"/>
                  </a:lnTo>
                  <a:lnTo>
                    <a:pt x="240" y="1583"/>
                  </a:lnTo>
                  <a:cubicBezTo>
                    <a:pt x="192" y="1775"/>
                    <a:pt x="144" y="1976"/>
                    <a:pt x="115" y="2167"/>
                  </a:cubicBezTo>
                  <a:cubicBezTo>
                    <a:pt x="0" y="2828"/>
                    <a:pt x="536" y="3536"/>
                    <a:pt x="642" y="3670"/>
                  </a:cubicBezTo>
                  <a:lnTo>
                    <a:pt x="642" y="4943"/>
                  </a:lnTo>
                  <a:lnTo>
                    <a:pt x="3216" y="4943"/>
                  </a:lnTo>
                  <a:lnTo>
                    <a:pt x="3216" y="4053"/>
                  </a:lnTo>
                  <a:cubicBezTo>
                    <a:pt x="3838" y="3708"/>
                    <a:pt x="3991" y="2808"/>
                    <a:pt x="4001" y="2675"/>
                  </a:cubicBezTo>
                  <a:lnTo>
                    <a:pt x="4317" y="1545"/>
                  </a:lnTo>
                  <a:lnTo>
                    <a:pt x="4317" y="1526"/>
                  </a:lnTo>
                  <a:cubicBezTo>
                    <a:pt x="4384" y="1296"/>
                    <a:pt x="4240" y="1057"/>
                    <a:pt x="4001" y="1000"/>
                  </a:cubicBezTo>
                  <a:lnTo>
                    <a:pt x="3982" y="1000"/>
                  </a:lnTo>
                  <a:cubicBezTo>
                    <a:pt x="3947" y="991"/>
                    <a:pt x="3912" y="987"/>
                    <a:pt x="3876" y="987"/>
                  </a:cubicBezTo>
                  <a:cubicBezTo>
                    <a:pt x="3794" y="987"/>
                    <a:pt x="3711" y="1010"/>
                    <a:pt x="3637" y="1057"/>
                  </a:cubicBezTo>
                  <a:cubicBezTo>
                    <a:pt x="3618" y="875"/>
                    <a:pt x="3484" y="732"/>
                    <a:pt x="3302" y="684"/>
                  </a:cubicBezTo>
                  <a:lnTo>
                    <a:pt x="3283" y="684"/>
                  </a:lnTo>
                  <a:cubicBezTo>
                    <a:pt x="3249" y="675"/>
                    <a:pt x="3214" y="671"/>
                    <a:pt x="3180" y="671"/>
                  </a:cubicBezTo>
                  <a:cubicBezTo>
                    <a:pt x="3100" y="671"/>
                    <a:pt x="3022" y="694"/>
                    <a:pt x="2948" y="741"/>
                  </a:cubicBezTo>
                  <a:cubicBezTo>
                    <a:pt x="2919" y="569"/>
                    <a:pt x="2795" y="425"/>
                    <a:pt x="2623" y="378"/>
                  </a:cubicBezTo>
                  <a:lnTo>
                    <a:pt x="2594" y="378"/>
                  </a:lnTo>
                  <a:cubicBezTo>
                    <a:pt x="2565" y="372"/>
                    <a:pt x="2534" y="369"/>
                    <a:pt x="2503" y="369"/>
                  </a:cubicBezTo>
                  <a:cubicBezTo>
                    <a:pt x="2430" y="369"/>
                    <a:pt x="2354" y="385"/>
                    <a:pt x="2288" y="425"/>
                  </a:cubicBezTo>
                  <a:cubicBezTo>
                    <a:pt x="2288" y="225"/>
                    <a:pt x="2144" y="52"/>
                    <a:pt x="1953" y="14"/>
                  </a:cubicBezTo>
                  <a:lnTo>
                    <a:pt x="1934" y="14"/>
                  </a:lnTo>
                  <a:cubicBezTo>
                    <a:pt x="1898" y="5"/>
                    <a:pt x="1862" y="1"/>
                    <a:pt x="182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5448258" y="2028205"/>
              <a:ext cx="25157" cy="96033"/>
            </a:xfrm>
            <a:custGeom>
              <a:rect b="b" l="l" r="r" t="t"/>
              <a:pathLst>
                <a:path extrusionOk="0" h="3657" w="958">
                  <a:moveTo>
                    <a:pt x="345" y="1"/>
                  </a:moveTo>
                  <a:lnTo>
                    <a:pt x="249" y="297"/>
                  </a:lnTo>
                  <a:cubicBezTo>
                    <a:pt x="192" y="489"/>
                    <a:pt x="144" y="690"/>
                    <a:pt x="115" y="891"/>
                  </a:cubicBezTo>
                  <a:cubicBezTo>
                    <a:pt x="0" y="1541"/>
                    <a:pt x="536" y="2250"/>
                    <a:pt x="642" y="2384"/>
                  </a:cubicBezTo>
                  <a:lnTo>
                    <a:pt x="642" y="3657"/>
                  </a:lnTo>
                  <a:lnTo>
                    <a:pt x="957" y="3657"/>
                  </a:lnTo>
                  <a:lnTo>
                    <a:pt x="957" y="2384"/>
                  </a:lnTo>
                  <a:cubicBezTo>
                    <a:pt x="852" y="2259"/>
                    <a:pt x="316" y="1551"/>
                    <a:pt x="431" y="891"/>
                  </a:cubicBezTo>
                  <a:cubicBezTo>
                    <a:pt x="460" y="690"/>
                    <a:pt x="508" y="498"/>
                    <a:pt x="565" y="307"/>
                  </a:cubicBezTo>
                  <a:lnTo>
                    <a:pt x="622" y="125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5567636" y="2048058"/>
              <a:ext cx="32195" cy="33902"/>
            </a:xfrm>
            <a:custGeom>
              <a:rect b="b" l="l" r="r" t="t"/>
              <a:pathLst>
                <a:path extrusionOk="0" h="1291" w="1226">
                  <a:moveTo>
                    <a:pt x="479" y="1"/>
                  </a:moveTo>
                  <a:lnTo>
                    <a:pt x="0" y="1034"/>
                  </a:lnTo>
                  <a:lnTo>
                    <a:pt x="517" y="1254"/>
                  </a:lnTo>
                  <a:cubicBezTo>
                    <a:pt x="570" y="1279"/>
                    <a:pt x="626" y="1290"/>
                    <a:pt x="681" y="1290"/>
                  </a:cubicBezTo>
                  <a:cubicBezTo>
                    <a:pt x="843" y="1290"/>
                    <a:pt x="998" y="1192"/>
                    <a:pt x="1063" y="1034"/>
                  </a:cubicBezTo>
                  <a:lnTo>
                    <a:pt x="1187" y="757"/>
                  </a:lnTo>
                  <a:cubicBezTo>
                    <a:pt x="1225" y="652"/>
                    <a:pt x="1225" y="537"/>
                    <a:pt x="1187" y="431"/>
                  </a:cubicBezTo>
                  <a:cubicBezTo>
                    <a:pt x="1149" y="326"/>
                    <a:pt x="1063" y="250"/>
                    <a:pt x="967" y="202"/>
                  </a:cubicBezTo>
                  <a:lnTo>
                    <a:pt x="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5454561" y="2149842"/>
              <a:ext cx="86212" cy="184266"/>
            </a:xfrm>
            <a:custGeom>
              <a:rect b="b" l="l" r="r" t="t"/>
              <a:pathLst>
                <a:path extrusionOk="0" h="7017" w="3283">
                  <a:moveTo>
                    <a:pt x="9" y="1"/>
                  </a:moveTo>
                  <a:lnTo>
                    <a:pt x="9" y="6776"/>
                  </a:lnTo>
                  <a:cubicBezTo>
                    <a:pt x="9" y="6776"/>
                    <a:pt x="9" y="6786"/>
                    <a:pt x="9" y="6796"/>
                  </a:cubicBezTo>
                  <a:cubicBezTo>
                    <a:pt x="0" y="6915"/>
                    <a:pt x="87" y="7016"/>
                    <a:pt x="204" y="7016"/>
                  </a:cubicBezTo>
                  <a:cubicBezTo>
                    <a:pt x="209" y="7016"/>
                    <a:pt x="214" y="7016"/>
                    <a:pt x="220" y="7016"/>
                  </a:cubicBezTo>
                  <a:lnTo>
                    <a:pt x="3081" y="7016"/>
                  </a:lnTo>
                  <a:cubicBezTo>
                    <a:pt x="3087" y="7016"/>
                    <a:pt x="3093" y="7016"/>
                    <a:pt x="3099" y="7016"/>
                  </a:cubicBezTo>
                  <a:cubicBezTo>
                    <a:pt x="3196" y="7016"/>
                    <a:pt x="3273" y="6943"/>
                    <a:pt x="3282" y="6843"/>
                  </a:cubicBezTo>
                  <a:lnTo>
                    <a:pt x="32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5578193" y="2244089"/>
              <a:ext cx="85975" cy="90019"/>
            </a:xfrm>
            <a:custGeom>
              <a:rect b="b" l="l" r="r" t="t"/>
              <a:pathLst>
                <a:path extrusionOk="0" h="3428" w="3274">
                  <a:moveTo>
                    <a:pt x="0" y="1"/>
                  </a:moveTo>
                  <a:lnTo>
                    <a:pt x="0" y="3235"/>
                  </a:lnTo>
                  <a:cubicBezTo>
                    <a:pt x="0" y="3336"/>
                    <a:pt x="87" y="3427"/>
                    <a:pt x="195" y="3427"/>
                  </a:cubicBezTo>
                  <a:cubicBezTo>
                    <a:pt x="200" y="3427"/>
                    <a:pt x="205" y="3427"/>
                    <a:pt x="211" y="3427"/>
                  </a:cubicBezTo>
                  <a:lnTo>
                    <a:pt x="3072" y="3427"/>
                  </a:lnTo>
                  <a:cubicBezTo>
                    <a:pt x="3078" y="3427"/>
                    <a:pt x="3083" y="3427"/>
                    <a:pt x="3088" y="3427"/>
                  </a:cubicBezTo>
                  <a:cubicBezTo>
                    <a:pt x="3195" y="3427"/>
                    <a:pt x="3273" y="3336"/>
                    <a:pt x="3273" y="3235"/>
                  </a:cubicBezTo>
                  <a:lnTo>
                    <a:pt x="32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5473389" y="2149842"/>
              <a:ext cx="67383" cy="184266"/>
            </a:xfrm>
            <a:custGeom>
              <a:rect b="b" l="l" r="r" t="t"/>
              <a:pathLst>
                <a:path extrusionOk="0" h="7017" w="2566">
                  <a:moveTo>
                    <a:pt x="0" y="1"/>
                  </a:moveTo>
                  <a:lnTo>
                    <a:pt x="0" y="7016"/>
                  </a:lnTo>
                  <a:lnTo>
                    <a:pt x="2364" y="7016"/>
                  </a:lnTo>
                  <a:cubicBezTo>
                    <a:pt x="2370" y="7016"/>
                    <a:pt x="2375" y="7016"/>
                    <a:pt x="2380" y="7016"/>
                  </a:cubicBezTo>
                  <a:cubicBezTo>
                    <a:pt x="2478" y="7016"/>
                    <a:pt x="2556" y="6934"/>
                    <a:pt x="2565" y="6843"/>
                  </a:cubicBezTo>
                  <a:lnTo>
                    <a:pt x="25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5595262" y="2244089"/>
              <a:ext cx="69143" cy="90019"/>
            </a:xfrm>
            <a:custGeom>
              <a:rect b="b" l="l" r="r" t="t"/>
              <a:pathLst>
                <a:path extrusionOk="0" h="3428" w="2633">
                  <a:moveTo>
                    <a:pt x="1" y="1"/>
                  </a:moveTo>
                  <a:lnTo>
                    <a:pt x="1" y="3427"/>
                  </a:lnTo>
                  <a:lnTo>
                    <a:pt x="2422" y="3427"/>
                  </a:lnTo>
                  <a:cubicBezTo>
                    <a:pt x="2428" y="3427"/>
                    <a:pt x="2433" y="3427"/>
                    <a:pt x="2438" y="3427"/>
                  </a:cubicBezTo>
                  <a:cubicBezTo>
                    <a:pt x="2545" y="3427"/>
                    <a:pt x="2624" y="3336"/>
                    <a:pt x="2633" y="3235"/>
                  </a:cubicBezTo>
                  <a:lnTo>
                    <a:pt x="2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5334421" y="2274997"/>
              <a:ext cx="86973" cy="59348"/>
            </a:xfrm>
            <a:custGeom>
              <a:rect b="b" l="l" r="r" t="t"/>
              <a:pathLst>
                <a:path extrusionOk="0" h="2260" w="3312">
                  <a:moveTo>
                    <a:pt x="19" y="1"/>
                  </a:moveTo>
                  <a:lnTo>
                    <a:pt x="19" y="2039"/>
                  </a:lnTo>
                  <a:cubicBezTo>
                    <a:pt x="0" y="2154"/>
                    <a:pt x="86" y="2250"/>
                    <a:pt x="201" y="2259"/>
                  </a:cubicBezTo>
                  <a:lnTo>
                    <a:pt x="3110" y="2259"/>
                  </a:lnTo>
                  <a:cubicBezTo>
                    <a:pt x="3225" y="2250"/>
                    <a:pt x="3311" y="2154"/>
                    <a:pt x="3292" y="2039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353512" y="2274997"/>
              <a:ext cx="67619" cy="59085"/>
            </a:xfrm>
            <a:custGeom>
              <a:rect b="b" l="l" r="r" t="t"/>
              <a:pathLst>
                <a:path extrusionOk="0" h="2250" w="2575">
                  <a:moveTo>
                    <a:pt x="0" y="1"/>
                  </a:moveTo>
                  <a:lnTo>
                    <a:pt x="0" y="2250"/>
                  </a:lnTo>
                  <a:lnTo>
                    <a:pt x="2383" y="2250"/>
                  </a:lnTo>
                  <a:cubicBezTo>
                    <a:pt x="2498" y="2250"/>
                    <a:pt x="2575" y="2144"/>
                    <a:pt x="2565" y="2039"/>
                  </a:cubicBezTo>
                  <a:lnTo>
                    <a:pt x="25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5454298" y="2121192"/>
              <a:ext cx="86973" cy="32457"/>
            </a:xfrm>
            <a:custGeom>
              <a:rect b="b" l="l" r="r" t="t"/>
              <a:pathLst>
                <a:path extrusionOk="0" h="1236" w="3312">
                  <a:moveTo>
                    <a:pt x="201" y="1"/>
                  </a:moveTo>
                  <a:cubicBezTo>
                    <a:pt x="86" y="1"/>
                    <a:pt x="0" y="106"/>
                    <a:pt x="19" y="221"/>
                  </a:cubicBezTo>
                  <a:lnTo>
                    <a:pt x="19" y="1235"/>
                  </a:lnTo>
                  <a:lnTo>
                    <a:pt x="3292" y="1235"/>
                  </a:lnTo>
                  <a:lnTo>
                    <a:pt x="3292" y="249"/>
                  </a:lnTo>
                  <a:cubicBezTo>
                    <a:pt x="3292" y="240"/>
                    <a:pt x="3292" y="230"/>
                    <a:pt x="3292" y="221"/>
                  </a:cubicBezTo>
                  <a:cubicBezTo>
                    <a:pt x="3311" y="106"/>
                    <a:pt x="3225" y="1"/>
                    <a:pt x="31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5473389" y="2121192"/>
              <a:ext cx="67882" cy="32457"/>
            </a:xfrm>
            <a:custGeom>
              <a:rect b="b" l="l" r="r" t="t"/>
              <a:pathLst>
                <a:path extrusionOk="0" h="1236" w="2585">
                  <a:moveTo>
                    <a:pt x="0" y="1"/>
                  </a:moveTo>
                  <a:lnTo>
                    <a:pt x="0" y="1235"/>
                  </a:lnTo>
                  <a:lnTo>
                    <a:pt x="2565" y="1235"/>
                  </a:lnTo>
                  <a:lnTo>
                    <a:pt x="2565" y="249"/>
                  </a:lnTo>
                  <a:cubicBezTo>
                    <a:pt x="2565" y="240"/>
                    <a:pt x="2565" y="230"/>
                    <a:pt x="2565" y="221"/>
                  </a:cubicBezTo>
                  <a:cubicBezTo>
                    <a:pt x="2584" y="106"/>
                    <a:pt x="2498" y="1"/>
                    <a:pt x="2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5476146" y="1994435"/>
              <a:ext cx="24658" cy="44537"/>
            </a:xfrm>
            <a:custGeom>
              <a:rect b="b" l="l" r="r" t="t"/>
              <a:pathLst>
                <a:path extrusionOk="0" h="1696" w="939">
                  <a:moveTo>
                    <a:pt x="769" y="1"/>
                  </a:moveTo>
                  <a:cubicBezTo>
                    <a:pt x="690" y="1"/>
                    <a:pt x="613" y="24"/>
                    <a:pt x="546" y="71"/>
                  </a:cubicBezTo>
                  <a:cubicBezTo>
                    <a:pt x="441" y="129"/>
                    <a:pt x="374" y="224"/>
                    <a:pt x="345" y="339"/>
                  </a:cubicBezTo>
                  <a:lnTo>
                    <a:pt x="77" y="1315"/>
                  </a:lnTo>
                  <a:lnTo>
                    <a:pt x="58" y="1382"/>
                  </a:lnTo>
                  <a:lnTo>
                    <a:pt x="29" y="1516"/>
                  </a:lnTo>
                  <a:cubicBezTo>
                    <a:pt x="1" y="1583"/>
                    <a:pt x="29" y="1660"/>
                    <a:pt x="96" y="1689"/>
                  </a:cubicBezTo>
                  <a:cubicBezTo>
                    <a:pt x="111" y="1693"/>
                    <a:pt x="124" y="1696"/>
                    <a:pt x="135" y="1696"/>
                  </a:cubicBezTo>
                  <a:cubicBezTo>
                    <a:pt x="218" y="1696"/>
                    <a:pt x="240" y="1593"/>
                    <a:pt x="240" y="1593"/>
                  </a:cubicBezTo>
                  <a:lnTo>
                    <a:pt x="307" y="1335"/>
                  </a:lnTo>
                  <a:lnTo>
                    <a:pt x="575" y="368"/>
                  </a:lnTo>
                  <a:cubicBezTo>
                    <a:pt x="613" y="186"/>
                    <a:pt x="766" y="62"/>
                    <a:pt x="939" y="43"/>
                  </a:cubicBezTo>
                  <a:cubicBezTo>
                    <a:pt x="929" y="33"/>
                    <a:pt x="910" y="23"/>
                    <a:pt x="891" y="14"/>
                  </a:cubicBezTo>
                  <a:lnTo>
                    <a:pt x="872" y="14"/>
                  </a:lnTo>
                  <a:cubicBezTo>
                    <a:pt x="837" y="5"/>
                    <a:pt x="803" y="1"/>
                    <a:pt x="76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5497758" y="2003731"/>
              <a:ext cx="18382" cy="41281"/>
            </a:xfrm>
            <a:custGeom>
              <a:rect b="b" l="l" r="r" t="t"/>
              <a:pathLst>
                <a:path extrusionOk="0" h="1572" w="700">
                  <a:moveTo>
                    <a:pt x="580" y="1"/>
                  </a:moveTo>
                  <a:cubicBezTo>
                    <a:pt x="464" y="1"/>
                    <a:pt x="362" y="87"/>
                    <a:pt x="355" y="215"/>
                  </a:cubicBezTo>
                  <a:lnTo>
                    <a:pt x="87" y="1191"/>
                  </a:lnTo>
                  <a:lnTo>
                    <a:pt x="68" y="1258"/>
                  </a:lnTo>
                  <a:lnTo>
                    <a:pt x="29" y="1402"/>
                  </a:lnTo>
                  <a:cubicBezTo>
                    <a:pt x="1" y="1459"/>
                    <a:pt x="39" y="1536"/>
                    <a:pt x="106" y="1564"/>
                  </a:cubicBezTo>
                  <a:cubicBezTo>
                    <a:pt x="120" y="1569"/>
                    <a:pt x="133" y="1571"/>
                    <a:pt x="145" y="1571"/>
                  </a:cubicBezTo>
                  <a:cubicBezTo>
                    <a:pt x="228" y="1571"/>
                    <a:pt x="250" y="1469"/>
                    <a:pt x="250" y="1469"/>
                  </a:cubicBezTo>
                  <a:lnTo>
                    <a:pt x="317" y="1210"/>
                  </a:lnTo>
                  <a:lnTo>
                    <a:pt x="584" y="244"/>
                  </a:lnTo>
                  <a:cubicBezTo>
                    <a:pt x="594" y="167"/>
                    <a:pt x="642" y="90"/>
                    <a:pt x="699" y="33"/>
                  </a:cubicBezTo>
                  <a:cubicBezTo>
                    <a:pt x="660" y="11"/>
                    <a:pt x="619" y="1"/>
                    <a:pt x="580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5515615" y="2011872"/>
              <a:ext cx="18618" cy="41176"/>
            </a:xfrm>
            <a:custGeom>
              <a:rect b="b" l="l" r="r" t="t"/>
              <a:pathLst>
                <a:path extrusionOk="0" h="1568" w="709">
                  <a:moveTo>
                    <a:pt x="586" y="0"/>
                  </a:moveTo>
                  <a:cubicBezTo>
                    <a:pt x="453" y="0"/>
                    <a:pt x="331" y="100"/>
                    <a:pt x="316" y="240"/>
                  </a:cubicBezTo>
                  <a:lnTo>
                    <a:pt x="77" y="1187"/>
                  </a:lnTo>
                  <a:lnTo>
                    <a:pt x="67" y="1254"/>
                  </a:lnTo>
                  <a:lnTo>
                    <a:pt x="29" y="1398"/>
                  </a:lnTo>
                  <a:cubicBezTo>
                    <a:pt x="0" y="1455"/>
                    <a:pt x="29" y="1532"/>
                    <a:pt x="96" y="1561"/>
                  </a:cubicBezTo>
                  <a:cubicBezTo>
                    <a:pt x="111" y="1565"/>
                    <a:pt x="125" y="1567"/>
                    <a:pt x="138" y="1567"/>
                  </a:cubicBezTo>
                  <a:cubicBezTo>
                    <a:pt x="227" y="1567"/>
                    <a:pt x="249" y="1465"/>
                    <a:pt x="249" y="1465"/>
                  </a:cubicBezTo>
                  <a:lnTo>
                    <a:pt x="306" y="1206"/>
                  </a:lnTo>
                  <a:lnTo>
                    <a:pt x="546" y="269"/>
                  </a:lnTo>
                  <a:cubicBezTo>
                    <a:pt x="574" y="173"/>
                    <a:pt x="622" y="87"/>
                    <a:pt x="708" y="29"/>
                  </a:cubicBezTo>
                  <a:cubicBezTo>
                    <a:pt x="668" y="9"/>
                    <a:pt x="627" y="0"/>
                    <a:pt x="586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5534706" y="2020669"/>
              <a:ext cx="16360" cy="37657"/>
            </a:xfrm>
            <a:custGeom>
              <a:rect b="b" l="l" r="r" t="t"/>
              <a:pathLst>
                <a:path extrusionOk="0" h="1434" w="623">
                  <a:moveTo>
                    <a:pt x="594" y="1"/>
                  </a:moveTo>
                  <a:cubicBezTo>
                    <a:pt x="508" y="1"/>
                    <a:pt x="422" y="20"/>
                    <a:pt x="355" y="68"/>
                  </a:cubicBezTo>
                  <a:lnTo>
                    <a:pt x="355" y="87"/>
                  </a:lnTo>
                  <a:lnTo>
                    <a:pt x="87" y="1063"/>
                  </a:lnTo>
                  <a:lnTo>
                    <a:pt x="68" y="1120"/>
                  </a:lnTo>
                  <a:lnTo>
                    <a:pt x="29" y="1264"/>
                  </a:lnTo>
                  <a:cubicBezTo>
                    <a:pt x="1" y="1331"/>
                    <a:pt x="29" y="1407"/>
                    <a:pt x="96" y="1427"/>
                  </a:cubicBezTo>
                  <a:cubicBezTo>
                    <a:pt x="113" y="1432"/>
                    <a:pt x="128" y="1434"/>
                    <a:pt x="141" y="1434"/>
                  </a:cubicBezTo>
                  <a:cubicBezTo>
                    <a:pt x="228" y="1434"/>
                    <a:pt x="249" y="1340"/>
                    <a:pt x="249" y="1340"/>
                  </a:cubicBezTo>
                  <a:lnTo>
                    <a:pt x="316" y="1072"/>
                  </a:lnTo>
                  <a:lnTo>
                    <a:pt x="575" y="106"/>
                  </a:lnTo>
                  <a:cubicBezTo>
                    <a:pt x="584" y="68"/>
                    <a:pt x="603" y="39"/>
                    <a:pt x="623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5585230" y="2104097"/>
              <a:ext cx="13077" cy="47793"/>
            </a:xfrm>
            <a:custGeom>
              <a:rect b="b" l="l" r="r" t="t"/>
              <a:pathLst>
                <a:path extrusionOk="0" h="1820" w="498">
                  <a:moveTo>
                    <a:pt x="431" y="1"/>
                  </a:moveTo>
                  <a:cubicBezTo>
                    <a:pt x="306" y="10"/>
                    <a:pt x="201" y="58"/>
                    <a:pt x="125" y="144"/>
                  </a:cubicBezTo>
                  <a:cubicBezTo>
                    <a:pt x="38" y="221"/>
                    <a:pt x="0" y="336"/>
                    <a:pt x="0" y="451"/>
                  </a:cubicBezTo>
                  <a:lnTo>
                    <a:pt x="0" y="1465"/>
                  </a:lnTo>
                  <a:lnTo>
                    <a:pt x="0" y="1532"/>
                  </a:lnTo>
                  <a:lnTo>
                    <a:pt x="10" y="1676"/>
                  </a:lnTo>
                  <a:cubicBezTo>
                    <a:pt x="0" y="1743"/>
                    <a:pt x="48" y="1810"/>
                    <a:pt x="115" y="1819"/>
                  </a:cubicBezTo>
                  <a:cubicBezTo>
                    <a:pt x="119" y="1820"/>
                    <a:pt x="123" y="1820"/>
                    <a:pt x="127" y="1820"/>
                  </a:cubicBezTo>
                  <a:cubicBezTo>
                    <a:pt x="239" y="1820"/>
                    <a:pt x="239" y="1685"/>
                    <a:pt x="239" y="1685"/>
                  </a:cubicBezTo>
                  <a:lnTo>
                    <a:pt x="230" y="1417"/>
                  </a:lnTo>
                  <a:lnTo>
                    <a:pt x="230" y="422"/>
                  </a:lnTo>
                  <a:cubicBezTo>
                    <a:pt x="220" y="240"/>
                    <a:pt x="326" y="68"/>
                    <a:pt x="498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5606947" y="2109480"/>
              <a:ext cx="8456" cy="43171"/>
            </a:xfrm>
            <a:custGeom>
              <a:rect b="b" l="l" r="r" t="t"/>
              <a:pathLst>
                <a:path extrusionOk="0" h="1644" w="322">
                  <a:moveTo>
                    <a:pt x="268" y="0"/>
                  </a:moveTo>
                  <a:cubicBezTo>
                    <a:pt x="125" y="0"/>
                    <a:pt x="0" y="131"/>
                    <a:pt x="34" y="284"/>
                  </a:cubicBezTo>
                  <a:lnTo>
                    <a:pt x="34" y="1356"/>
                  </a:lnTo>
                  <a:lnTo>
                    <a:pt x="34" y="1499"/>
                  </a:lnTo>
                  <a:cubicBezTo>
                    <a:pt x="25" y="1576"/>
                    <a:pt x="73" y="1643"/>
                    <a:pt x="149" y="1643"/>
                  </a:cubicBezTo>
                  <a:cubicBezTo>
                    <a:pt x="153" y="1643"/>
                    <a:pt x="157" y="1643"/>
                    <a:pt x="161" y="1643"/>
                  </a:cubicBezTo>
                  <a:cubicBezTo>
                    <a:pt x="264" y="1643"/>
                    <a:pt x="264" y="1519"/>
                    <a:pt x="264" y="1519"/>
                  </a:cubicBezTo>
                  <a:lnTo>
                    <a:pt x="264" y="1251"/>
                  </a:lnTo>
                  <a:lnTo>
                    <a:pt x="264" y="246"/>
                  </a:lnTo>
                  <a:cubicBezTo>
                    <a:pt x="255" y="169"/>
                    <a:pt x="283" y="83"/>
                    <a:pt x="322" y="6"/>
                  </a:cubicBezTo>
                  <a:cubicBezTo>
                    <a:pt x="304" y="2"/>
                    <a:pt x="286" y="0"/>
                    <a:pt x="268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5625513" y="2113314"/>
              <a:ext cx="8981" cy="43093"/>
            </a:xfrm>
            <a:custGeom>
              <a:rect b="b" l="l" r="r" t="t"/>
              <a:pathLst>
                <a:path extrusionOk="0" h="1641" w="342">
                  <a:moveTo>
                    <a:pt x="298" y="1"/>
                  </a:moveTo>
                  <a:cubicBezTo>
                    <a:pt x="135" y="1"/>
                    <a:pt x="1" y="143"/>
                    <a:pt x="36" y="310"/>
                  </a:cubicBezTo>
                  <a:lnTo>
                    <a:pt x="55" y="1296"/>
                  </a:lnTo>
                  <a:lnTo>
                    <a:pt x="55" y="1353"/>
                  </a:lnTo>
                  <a:lnTo>
                    <a:pt x="55" y="1507"/>
                  </a:lnTo>
                  <a:cubicBezTo>
                    <a:pt x="45" y="1574"/>
                    <a:pt x="93" y="1631"/>
                    <a:pt x="170" y="1641"/>
                  </a:cubicBezTo>
                  <a:cubicBezTo>
                    <a:pt x="174" y="1641"/>
                    <a:pt x="177" y="1641"/>
                    <a:pt x="181" y="1641"/>
                  </a:cubicBezTo>
                  <a:cubicBezTo>
                    <a:pt x="285" y="1641"/>
                    <a:pt x="285" y="1516"/>
                    <a:pt x="285" y="1516"/>
                  </a:cubicBezTo>
                  <a:lnTo>
                    <a:pt x="275" y="1248"/>
                  </a:lnTo>
                  <a:lnTo>
                    <a:pt x="256" y="282"/>
                  </a:lnTo>
                  <a:cubicBezTo>
                    <a:pt x="256" y="176"/>
                    <a:pt x="285" y="81"/>
                    <a:pt x="342" y="4"/>
                  </a:cubicBezTo>
                  <a:cubicBezTo>
                    <a:pt x="327" y="2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5646285" y="2117437"/>
              <a:ext cx="6801" cy="39731"/>
            </a:xfrm>
            <a:custGeom>
              <a:rect b="b" l="l" r="r" t="t"/>
              <a:pathLst>
                <a:path extrusionOk="0" h="1513" w="259">
                  <a:moveTo>
                    <a:pt x="221" y="0"/>
                  </a:moveTo>
                  <a:cubicBezTo>
                    <a:pt x="144" y="29"/>
                    <a:pt x="68" y="67"/>
                    <a:pt x="10" y="134"/>
                  </a:cubicBezTo>
                  <a:lnTo>
                    <a:pt x="10" y="144"/>
                  </a:lnTo>
                  <a:lnTo>
                    <a:pt x="10" y="1225"/>
                  </a:lnTo>
                  <a:lnTo>
                    <a:pt x="20" y="1369"/>
                  </a:lnTo>
                  <a:cubicBezTo>
                    <a:pt x="1" y="1436"/>
                    <a:pt x="58" y="1503"/>
                    <a:pt x="125" y="1512"/>
                  </a:cubicBezTo>
                  <a:cubicBezTo>
                    <a:pt x="130" y="1513"/>
                    <a:pt x="134" y="1513"/>
                    <a:pt x="139" y="1513"/>
                  </a:cubicBezTo>
                  <a:cubicBezTo>
                    <a:pt x="258" y="1513"/>
                    <a:pt x="250" y="1388"/>
                    <a:pt x="250" y="1388"/>
                  </a:cubicBezTo>
                  <a:lnTo>
                    <a:pt x="240" y="1120"/>
                  </a:lnTo>
                  <a:lnTo>
                    <a:pt x="240" y="115"/>
                  </a:lnTo>
                  <a:cubicBezTo>
                    <a:pt x="240" y="77"/>
                    <a:pt x="240" y="38"/>
                    <a:pt x="250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5577694" y="2215439"/>
              <a:ext cx="86973" cy="32694"/>
            </a:xfrm>
            <a:custGeom>
              <a:rect b="b" l="l" r="r" t="t"/>
              <a:pathLst>
                <a:path extrusionOk="0" h="1245" w="3312">
                  <a:moveTo>
                    <a:pt x="201" y="1"/>
                  </a:moveTo>
                  <a:cubicBezTo>
                    <a:pt x="86" y="10"/>
                    <a:pt x="0" y="115"/>
                    <a:pt x="19" y="221"/>
                  </a:cubicBezTo>
                  <a:lnTo>
                    <a:pt x="19" y="1245"/>
                  </a:lnTo>
                  <a:lnTo>
                    <a:pt x="3302" y="1245"/>
                  </a:lnTo>
                  <a:lnTo>
                    <a:pt x="3302" y="249"/>
                  </a:lnTo>
                  <a:cubicBezTo>
                    <a:pt x="3292" y="240"/>
                    <a:pt x="3292" y="230"/>
                    <a:pt x="3292" y="221"/>
                  </a:cubicBezTo>
                  <a:cubicBezTo>
                    <a:pt x="3311" y="115"/>
                    <a:pt x="3225" y="10"/>
                    <a:pt x="31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5595262" y="2215439"/>
              <a:ext cx="69405" cy="32694"/>
            </a:xfrm>
            <a:custGeom>
              <a:rect b="b" l="l" r="r" t="t"/>
              <a:pathLst>
                <a:path extrusionOk="0" h="1245" w="2643">
                  <a:moveTo>
                    <a:pt x="1" y="1"/>
                  </a:moveTo>
                  <a:lnTo>
                    <a:pt x="1" y="1245"/>
                  </a:lnTo>
                  <a:lnTo>
                    <a:pt x="2633" y="1245"/>
                  </a:lnTo>
                  <a:lnTo>
                    <a:pt x="2633" y="249"/>
                  </a:lnTo>
                  <a:cubicBezTo>
                    <a:pt x="2623" y="240"/>
                    <a:pt x="2623" y="230"/>
                    <a:pt x="2623" y="221"/>
                  </a:cubicBezTo>
                  <a:cubicBezTo>
                    <a:pt x="2642" y="115"/>
                    <a:pt x="2556" y="10"/>
                    <a:pt x="24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5334421" y="2246111"/>
              <a:ext cx="86973" cy="32431"/>
            </a:xfrm>
            <a:custGeom>
              <a:rect b="b" l="l" r="r" t="t"/>
              <a:pathLst>
                <a:path extrusionOk="0" h="1235" w="3312">
                  <a:moveTo>
                    <a:pt x="201" y="0"/>
                  </a:moveTo>
                  <a:cubicBezTo>
                    <a:pt x="86" y="10"/>
                    <a:pt x="0" y="105"/>
                    <a:pt x="19" y="220"/>
                  </a:cubicBezTo>
                  <a:lnTo>
                    <a:pt x="19" y="1235"/>
                  </a:lnTo>
                  <a:lnTo>
                    <a:pt x="3292" y="1235"/>
                  </a:lnTo>
                  <a:lnTo>
                    <a:pt x="3292" y="249"/>
                  </a:lnTo>
                  <a:cubicBezTo>
                    <a:pt x="3292" y="239"/>
                    <a:pt x="3292" y="230"/>
                    <a:pt x="3292" y="220"/>
                  </a:cubicBezTo>
                  <a:cubicBezTo>
                    <a:pt x="3311" y="105"/>
                    <a:pt x="3225" y="10"/>
                    <a:pt x="3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5353512" y="2246111"/>
              <a:ext cx="67882" cy="32431"/>
            </a:xfrm>
            <a:custGeom>
              <a:rect b="b" l="l" r="r" t="t"/>
              <a:pathLst>
                <a:path extrusionOk="0" h="1235" w="2585">
                  <a:moveTo>
                    <a:pt x="0" y="0"/>
                  </a:moveTo>
                  <a:lnTo>
                    <a:pt x="0" y="1235"/>
                  </a:lnTo>
                  <a:lnTo>
                    <a:pt x="2565" y="1235"/>
                  </a:lnTo>
                  <a:lnTo>
                    <a:pt x="2565" y="249"/>
                  </a:lnTo>
                  <a:cubicBezTo>
                    <a:pt x="2565" y="239"/>
                    <a:pt x="2565" y="230"/>
                    <a:pt x="2565" y="220"/>
                  </a:cubicBezTo>
                  <a:cubicBezTo>
                    <a:pt x="2584" y="105"/>
                    <a:pt x="2498" y="10"/>
                    <a:pt x="2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9" name="Google Shape;769;p7"/>
          <p:cNvSpPr/>
          <p:nvPr/>
        </p:nvSpPr>
        <p:spPr>
          <a:xfrm>
            <a:off x="3253546" y="3905718"/>
            <a:ext cx="952500" cy="9525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0" name="Google Shape;770;p7"/>
          <p:cNvGrpSpPr/>
          <p:nvPr/>
        </p:nvGrpSpPr>
        <p:grpSpPr>
          <a:xfrm>
            <a:off x="3465943" y="4057267"/>
            <a:ext cx="527706" cy="649402"/>
            <a:chOff x="4911189" y="3793455"/>
            <a:chExt cx="296580" cy="364935"/>
          </a:xfrm>
        </p:grpSpPr>
        <p:sp>
          <p:nvSpPr>
            <p:cNvPr id="771" name="Google Shape;771;p7"/>
            <p:cNvSpPr/>
            <p:nvPr/>
          </p:nvSpPr>
          <p:spPr>
            <a:xfrm>
              <a:off x="4951157" y="3861810"/>
              <a:ext cx="31932" cy="35215"/>
            </a:xfrm>
            <a:custGeom>
              <a:rect b="b" l="l" r="r" t="t"/>
              <a:pathLst>
                <a:path extrusionOk="0" h="1341" w="1216">
                  <a:moveTo>
                    <a:pt x="584" y="0"/>
                  </a:moveTo>
                  <a:lnTo>
                    <a:pt x="0" y="431"/>
                  </a:lnTo>
                  <a:lnTo>
                    <a:pt x="622" y="1340"/>
                  </a:lnTo>
                  <a:cubicBezTo>
                    <a:pt x="814" y="1187"/>
                    <a:pt x="1005" y="1043"/>
                    <a:pt x="1216" y="909"/>
                  </a:cubicBezTo>
                  <a:lnTo>
                    <a:pt x="5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5136132" y="3861810"/>
              <a:ext cx="31932" cy="34952"/>
            </a:xfrm>
            <a:custGeom>
              <a:rect b="b" l="l" r="r" t="t"/>
              <a:pathLst>
                <a:path extrusionOk="0" h="1331" w="1216">
                  <a:moveTo>
                    <a:pt x="632" y="0"/>
                  </a:moveTo>
                  <a:lnTo>
                    <a:pt x="0" y="909"/>
                  </a:lnTo>
                  <a:cubicBezTo>
                    <a:pt x="201" y="1034"/>
                    <a:pt x="392" y="1177"/>
                    <a:pt x="584" y="1331"/>
                  </a:cubicBezTo>
                  <a:lnTo>
                    <a:pt x="1215" y="421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5043382" y="3833659"/>
              <a:ext cx="32457" cy="33193"/>
            </a:xfrm>
            <a:custGeom>
              <a:rect b="b" l="l" r="r" t="t"/>
              <a:pathLst>
                <a:path extrusionOk="0" h="1264" w="1236">
                  <a:moveTo>
                    <a:pt x="1" y="0"/>
                  </a:moveTo>
                  <a:lnTo>
                    <a:pt x="1" y="1264"/>
                  </a:lnTo>
                  <a:cubicBezTo>
                    <a:pt x="206" y="1235"/>
                    <a:pt x="412" y="1221"/>
                    <a:pt x="618" y="1221"/>
                  </a:cubicBezTo>
                  <a:cubicBezTo>
                    <a:pt x="824" y="1221"/>
                    <a:pt x="1029" y="1235"/>
                    <a:pt x="1235" y="1264"/>
                  </a:cubicBezTo>
                  <a:lnTo>
                    <a:pt x="12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5043382" y="3833659"/>
              <a:ext cx="21901" cy="33193"/>
            </a:xfrm>
            <a:custGeom>
              <a:rect b="b" l="l" r="r" t="t"/>
              <a:pathLst>
                <a:path extrusionOk="0" h="1264" w="834">
                  <a:moveTo>
                    <a:pt x="1" y="0"/>
                  </a:moveTo>
                  <a:lnTo>
                    <a:pt x="1" y="1264"/>
                  </a:lnTo>
                  <a:cubicBezTo>
                    <a:pt x="202" y="1235"/>
                    <a:pt x="412" y="1225"/>
                    <a:pt x="623" y="1225"/>
                  </a:cubicBezTo>
                  <a:cubicBezTo>
                    <a:pt x="690" y="1225"/>
                    <a:pt x="766" y="1225"/>
                    <a:pt x="833" y="1235"/>
                  </a:cubicBezTo>
                  <a:lnTo>
                    <a:pt x="8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4911189" y="3861810"/>
              <a:ext cx="296580" cy="296580"/>
            </a:xfrm>
            <a:custGeom>
              <a:rect b="b" l="l" r="r" t="t"/>
              <a:pathLst>
                <a:path extrusionOk="0" h="11294" w="11294">
                  <a:moveTo>
                    <a:pt x="5647" y="0"/>
                  </a:moveTo>
                  <a:cubicBezTo>
                    <a:pt x="2527" y="0"/>
                    <a:pt x="1" y="2527"/>
                    <a:pt x="1" y="5647"/>
                  </a:cubicBezTo>
                  <a:cubicBezTo>
                    <a:pt x="1" y="8767"/>
                    <a:pt x="2527" y="11293"/>
                    <a:pt x="5647" y="11293"/>
                  </a:cubicBezTo>
                  <a:cubicBezTo>
                    <a:pt x="8767" y="11293"/>
                    <a:pt x="11294" y="8767"/>
                    <a:pt x="11294" y="5647"/>
                  </a:cubicBezTo>
                  <a:cubicBezTo>
                    <a:pt x="11294" y="2527"/>
                    <a:pt x="8767" y="0"/>
                    <a:pt x="5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4911189" y="3861810"/>
              <a:ext cx="161630" cy="296580"/>
            </a:xfrm>
            <a:custGeom>
              <a:rect b="b" l="l" r="r" t="t"/>
              <a:pathLst>
                <a:path extrusionOk="0" h="11294" w="6155">
                  <a:moveTo>
                    <a:pt x="5647" y="0"/>
                  </a:moveTo>
                  <a:cubicBezTo>
                    <a:pt x="2527" y="0"/>
                    <a:pt x="1" y="2527"/>
                    <a:pt x="1" y="5647"/>
                  </a:cubicBezTo>
                  <a:cubicBezTo>
                    <a:pt x="1" y="8767"/>
                    <a:pt x="2527" y="11293"/>
                    <a:pt x="5647" y="11293"/>
                  </a:cubicBezTo>
                  <a:cubicBezTo>
                    <a:pt x="5752" y="11293"/>
                    <a:pt x="5858" y="11293"/>
                    <a:pt x="5953" y="11284"/>
                  </a:cubicBezTo>
                  <a:cubicBezTo>
                    <a:pt x="3044" y="11025"/>
                    <a:pt x="814" y="8585"/>
                    <a:pt x="814" y="5656"/>
                  </a:cubicBezTo>
                  <a:cubicBezTo>
                    <a:pt x="814" y="2661"/>
                    <a:pt x="3159" y="182"/>
                    <a:pt x="6154" y="19"/>
                  </a:cubicBezTo>
                  <a:cubicBezTo>
                    <a:pt x="5982" y="10"/>
                    <a:pt x="5819" y="0"/>
                    <a:pt x="5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4925527" y="3885680"/>
              <a:ext cx="258372" cy="248577"/>
            </a:xfrm>
            <a:custGeom>
              <a:rect b="b" l="l" r="r" t="t"/>
              <a:pathLst>
                <a:path extrusionOk="0" h="9466" w="9839">
                  <a:moveTo>
                    <a:pt x="5101" y="0"/>
                  </a:moveTo>
                  <a:cubicBezTo>
                    <a:pt x="3870" y="0"/>
                    <a:pt x="2662" y="481"/>
                    <a:pt x="1761" y="1388"/>
                  </a:cubicBezTo>
                  <a:cubicBezTo>
                    <a:pt x="402" y="2738"/>
                    <a:pt x="0" y="4776"/>
                    <a:pt x="727" y="6546"/>
                  </a:cubicBezTo>
                  <a:cubicBezTo>
                    <a:pt x="1464" y="8317"/>
                    <a:pt x="3187" y="9465"/>
                    <a:pt x="5101" y="9465"/>
                  </a:cubicBezTo>
                  <a:cubicBezTo>
                    <a:pt x="7714" y="9465"/>
                    <a:pt x="9838" y="7350"/>
                    <a:pt x="9838" y="4738"/>
                  </a:cubicBezTo>
                  <a:cubicBezTo>
                    <a:pt x="9838" y="2814"/>
                    <a:pt x="8680" y="1091"/>
                    <a:pt x="6919" y="364"/>
                  </a:cubicBezTo>
                  <a:cubicBezTo>
                    <a:pt x="6331" y="119"/>
                    <a:pt x="5713" y="0"/>
                    <a:pt x="5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4937317" y="3885680"/>
              <a:ext cx="129724" cy="248577"/>
            </a:xfrm>
            <a:custGeom>
              <a:rect b="b" l="l" r="r" t="t"/>
              <a:pathLst>
                <a:path extrusionOk="0" h="9466" w="4940">
                  <a:moveTo>
                    <a:pt x="4652" y="0"/>
                  </a:moveTo>
                  <a:cubicBezTo>
                    <a:pt x="2068" y="39"/>
                    <a:pt x="1" y="2144"/>
                    <a:pt x="1" y="4738"/>
                  </a:cubicBezTo>
                  <a:cubicBezTo>
                    <a:pt x="1" y="7322"/>
                    <a:pt x="2068" y="9427"/>
                    <a:pt x="4652" y="9465"/>
                  </a:cubicBezTo>
                  <a:cubicBezTo>
                    <a:pt x="4748" y="9465"/>
                    <a:pt x="4843" y="9465"/>
                    <a:pt x="4939" y="9456"/>
                  </a:cubicBezTo>
                  <a:cubicBezTo>
                    <a:pt x="2441" y="9303"/>
                    <a:pt x="489" y="7236"/>
                    <a:pt x="489" y="4738"/>
                  </a:cubicBezTo>
                  <a:cubicBezTo>
                    <a:pt x="489" y="2230"/>
                    <a:pt x="2441" y="163"/>
                    <a:pt x="4939" y="10"/>
                  </a:cubicBezTo>
                  <a:cubicBezTo>
                    <a:pt x="4843" y="10"/>
                    <a:pt x="4748" y="0"/>
                    <a:pt x="4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7"/>
            <p:cNvSpPr/>
            <p:nvPr/>
          </p:nvSpPr>
          <p:spPr>
            <a:xfrm>
              <a:off x="4942596" y="3902381"/>
              <a:ext cx="223972" cy="215279"/>
            </a:xfrm>
            <a:custGeom>
              <a:rect b="b" l="l" r="r" t="t"/>
              <a:pathLst>
                <a:path extrusionOk="0" h="8198" w="8529">
                  <a:moveTo>
                    <a:pt x="4420" y="0"/>
                  </a:moveTo>
                  <a:cubicBezTo>
                    <a:pt x="3353" y="0"/>
                    <a:pt x="2303" y="415"/>
                    <a:pt x="1523" y="1202"/>
                  </a:cubicBezTo>
                  <a:cubicBezTo>
                    <a:pt x="345" y="2369"/>
                    <a:pt x="1" y="4140"/>
                    <a:pt x="633" y="5671"/>
                  </a:cubicBezTo>
                  <a:cubicBezTo>
                    <a:pt x="1264" y="7202"/>
                    <a:pt x="2767" y="8198"/>
                    <a:pt x="4422" y="8198"/>
                  </a:cubicBezTo>
                  <a:cubicBezTo>
                    <a:pt x="6691" y="8198"/>
                    <a:pt x="8518" y="6360"/>
                    <a:pt x="8528" y="4102"/>
                  </a:cubicBezTo>
                  <a:cubicBezTo>
                    <a:pt x="8518" y="2436"/>
                    <a:pt x="7523" y="944"/>
                    <a:pt x="5992" y="312"/>
                  </a:cubicBezTo>
                  <a:cubicBezTo>
                    <a:pt x="5484" y="102"/>
                    <a:pt x="4950" y="0"/>
                    <a:pt x="44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7"/>
            <p:cNvSpPr/>
            <p:nvPr/>
          </p:nvSpPr>
          <p:spPr>
            <a:xfrm>
              <a:off x="4951157" y="3902381"/>
              <a:ext cx="121400" cy="215385"/>
            </a:xfrm>
            <a:custGeom>
              <a:rect b="b" l="l" r="r" t="t"/>
              <a:pathLst>
                <a:path extrusionOk="0" h="8202" w="4623">
                  <a:moveTo>
                    <a:pt x="4091" y="0"/>
                  </a:moveTo>
                  <a:cubicBezTo>
                    <a:pt x="1867" y="0"/>
                    <a:pt x="0" y="1804"/>
                    <a:pt x="0" y="4102"/>
                  </a:cubicBezTo>
                  <a:cubicBezTo>
                    <a:pt x="0" y="6395"/>
                    <a:pt x="1875" y="8201"/>
                    <a:pt x="4105" y="8201"/>
                  </a:cubicBezTo>
                  <a:cubicBezTo>
                    <a:pt x="4276" y="8201"/>
                    <a:pt x="4448" y="8191"/>
                    <a:pt x="4623" y="8169"/>
                  </a:cubicBezTo>
                  <a:cubicBezTo>
                    <a:pt x="2575" y="7901"/>
                    <a:pt x="1034" y="6159"/>
                    <a:pt x="1034" y="4102"/>
                  </a:cubicBezTo>
                  <a:cubicBezTo>
                    <a:pt x="1034" y="2035"/>
                    <a:pt x="2575" y="293"/>
                    <a:pt x="4623" y="34"/>
                  </a:cubicBezTo>
                  <a:cubicBezTo>
                    <a:pt x="4444" y="11"/>
                    <a:pt x="4266" y="0"/>
                    <a:pt x="4091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5054069" y="3937255"/>
              <a:ext cx="10950" cy="76128"/>
            </a:xfrm>
            <a:custGeom>
              <a:rect b="b" l="l" r="r" t="t"/>
              <a:pathLst>
                <a:path extrusionOk="0" h="2899" w="417">
                  <a:moveTo>
                    <a:pt x="207" y="1"/>
                  </a:moveTo>
                  <a:cubicBezTo>
                    <a:pt x="103" y="1"/>
                    <a:pt x="0" y="70"/>
                    <a:pt x="5" y="209"/>
                  </a:cubicBezTo>
                  <a:lnTo>
                    <a:pt x="5" y="2688"/>
                  </a:lnTo>
                  <a:cubicBezTo>
                    <a:pt x="5" y="2802"/>
                    <a:pt x="91" y="2898"/>
                    <a:pt x="206" y="2898"/>
                  </a:cubicBezTo>
                  <a:cubicBezTo>
                    <a:pt x="331" y="2898"/>
                    <a:pt x="417" y="2802"/>
                    <a:pt x="417" y="2688"/>
                  </a:cubicBezTo>
                  <a:lnTo>
                    <a:pt x="417" y="209"/>
                  </a:lnTo>
                  <a:cubicBezTo>
                    <a:pt x="417" y="70"/>
                    <a:pt x="311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5139388" y="3833685"/>
              <a:ext cx="57326" cy="48712"/>
            </a:xfrm>
            <a:custGeom>
              <a:rect b="b" l="l" r="r" t="t"/>
              <a:pathLst>
                <a:path extrusionOk="0" h="1855" w="2183">
                  <a:moveTo>
                    <a:pt x="599" y="0"/>
                  </a:moveTo>
                  <a:cubicBezTo>
                    <a:pt x="505" y="0"/>
                    <a:pt x="412" y="43"/>
                    <a:pt x="355" y="124"/>
                  </a:cubicBezTo>
                  <a:lnTo>
                    <a:pt x="106" y="478"/>
                  </a:lnTo>
                  <a:cubicBezTo>
                    <a:pt x="0" y="612"/>
                    <a:pt x="39" y="803"/>
                    <a:pt x="163" y="899"/>
                  </a:cubicBezTo>
                  <a:lnTo>
                    <a:pt x="1417" y="1799"/>
                  </a:lnTo>
                  <a:cubicBezTo>
                    <a:pt x="1470" y="1837"/>
                    <a:pt x="1531" y="1855"/>
                    <a:pt x="1591" y="1855"/>
                  </a:cubicBezTo>
                  <a:cubicBezTo>
                    <a:pt x="1683" y="1855"/>
                    <a:pt x="1774" y="1812"/>
                    <a:pt x="1838" y="1732"/>
                  </a:cubicBezTo>
                  <a:lnTo>
                    <a:pt x="2087" y="1368"/>
                  </a:lnTo>
                  <a:cubicBezTo>
                    <a:pt x="2182" y="1234"/>
                    <a:pt x="2154" y="1052"/>
                    <a:pt x="2020" y="956"/>
                  </a:cubicBezTo>
                  <a:lnTo>
                    <a:pt x="776" y="57"/>
                  </a:lnTo>
                  <a:cubicBezTo>
                    <a:pt x="722" y="19"/>
                    <a:pt x="660" y="0"/>
                    <a:pt x="5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7"/>
            <p:cNvSpPr/>
            <p:nvPr/>
          </p:nvSpPr>
          <p:spPr>
            <a:xfrm>
              <a:off x="4922507" y="3833685"/>
              <a:ext cx="57063" cy="48712"/>
            </a:xfrm>
            <a:custGeom>
              <a:rect b="b" l="l" r="r" t="t"/>
              <a:pathLst>
                <a:path extrusionOk="0" h="1855" w="2173">
                  <a:moveTo>
                    <a:pt x="1584" y="0"/>
                  </a:moveTo>
                  <a:cubicBezTo>
                    <a:pt x="1522" y="0"/>
                    <a:pt x="1460" y="19"/>
                    <a:pt x="1407" y="57"/>
                  </a:cubicBezTo>
                  <a:lnTo>
                    <a:pt x="163" y="956"/>
                  </a:lnTo>
                  <a:cubicBezTo>
                    <a:pt x="29" y="1052"/>
                    <a:pt x="0" y="1234"/>
                    <a:pt x="96" y="1368"/>
                  </a:cubicBezTo>
                  <a:lnTo>
                    <a:pt x="345" y="1732"/>
                  </a:lnTo>
                  <a:cubicBezTo>
                    <a:pt x="403" y="1812"/>
                    <a:pt x="495" y="1855"/>
                    <a:pt x="589" y="1855"/>
                  </a:cubicBezTo>
                  <a:cubicBezTo>
                    <a:pt x="651" y="1855"/>
                    <a:pt x="713" y="1837"/>
                    <a:pt x="766" y="1799"/>
                  </a:cubicBezTo>
                  <a:lnTo>
                    <a:pt x="2010" y="899"/>
                  </a:lnTo>
                  <a:cubicBezTo>
                    <a:pt x="2144" y="803"/>
                    <a:pt x="2173" y="612"/>
                    <a:pt x="2077" y="478"/>
                  </a:cubicBezTo>
                  <a:lnTo>
                    <a:pt x="1828" y="124"/>
                  </a:lnTo>
                  <a:cubicBezTo>
                    <a:pt x="1770" y="43"/>
                    <a:pt x="1678" y="0"/>
                    <a:pt x="1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7"/>
            <p:cNvSpPr/>
            <p:nvPr/>
          </p:nvSpPr>
          <p:spPr>
            <a:xfrm>
              <a:off x="5023792" y="3793455"/>
              <a:ext cx="71637" cy="42988"/>
            </a:xfrm>
            <a:custGeom>
              <a:rect b="b" l="l" r="r" t="t"/>
              <a:pathLst>
                <a:path extrusionOk="0" h="1637" w="2728">
                  <a:moveTo>
                    <a:pt x="345" y="0"/>
                  </a:moveTo>
                  <a:cubicBezTo>
                    <a:pt x="153" y="0"/>
                    <a:pt x="0" y="153"/>
                    <a:pt x="0" y="345"/>
                  </a:cubicBezTo>
                  <a:lnTo>
                    <a:pt x="0" y="1292"/>
                  </a:lnTo>
                  <a:cubicBezTo>
                    <a:pt x="0" y="1484"/>
                    <a:pt x="153" y="1637"/>
                    <a:pt x="345" y="1637"/>
                  </a:cubicBezTo>
                  <a:lnTo>
                    <a:pt x="2374" y="1637"/>
                  </a:lnTo>
                  <a:cubicBezTo>
                    <a:pt x="2565" y="1637"/>
                    <a:pt x="2718" y="1484"/>
                    <a:pt x="2728" y="1292"/>
                  </a:cubicBezTo>
                  <a:lnTo>
                    <a:pt x="2728" y="345"/>
                  </a:lnTo>
                  <a:cubicBezTo>
                    <a:pt x="2718" y="153"/>
                    <a:pt x="2565" y="0"/>
                    <a:pt x="2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7"/>
            <p:cNvSpPr/>
            <p:nvPr/>
          </p:nvSpPr>
          <p:spPr>
            <a:xfrm>
              <a:off x="5139388" y="3833685"/>
              <a:ext cx="51049" cy="48712"/>
            </a:xfrm>
            <a:custGeom>
              <a:rect b="b" l="l" r="r" t="t"/>
              <a:pathLst>
                <a:path extrusionOk="0" h="1855" w="1944">
                  <a:moveTo>
                    <a:pt x="599" y="0"/>
                  </a:moveTo>
                  <a:cubicBezTo>
                    <a:pt x="505" y="0"/>
                    <a:pt x="412" y="43"/>
                    <a:pt x="355" y="124"/>
                  </a:cubicBezTo>
                  <a:lnTo>
                    <a:pt x="106" y="478"/>
                  </a:lnTo>
                  <a:cubicBezTo>
                    <a:pt x="0" y="612"/>
                    <a:pt x="39" y="803"/>
                    <a:pt x="173" y="899"/>
                  </a:cubicBezTo>
                  <a:lnTo>
                    <a:pt x="1417" y="1799"/>
                  </a:lnTo>
                  <a:cubicBezTo>
                    <a:pt x="1470" y="1837"/>
                    <a:pt x="1531" y="1855"/>
                    <a:pt x="1591" y="1855"/>
                  </a:cubicBezTo>
                  <a:cubicBezTo>
                    <a:pt x="1683" y="1855"/>
                    <a:pt x="1774" y="1812"/>
                    <a:pt x="1838" y="1732"/>
                  </a:cubicBezTo>
                  <a:lnTo>
                    <a:pt x="1943" y="1578"/>
                  </a:lnTo>
                  <a:lnTo>
                    <a:pt x="1005" y="889"/>
                  </a:lnTo>
                  <a:cubicBezTo>
                    <a:pt x="871" y="794"/>
                    <a:pt x="843" y="612"/>
                    <a:pt x="938" y="478"/>
                  </a:cubicBezTo>
                  <a:lnTo>
                    <a:pt x="1082" y="277"/>
                  </a:lnTo>
                  <a:lnTo>
                    <a:pt x="776" y="57"/>
                  </a:lnTo>
                  <a:cubicBezTo>
                    <a:pt x="722" y="19"/>
                    <a:pt x="660" y="0"/>
                    <a:pt x="5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4922507" y="3833685"/>
              <a:ext cx="50787" cy="48712"/>
            </a:xfrm>
            <a:custGeom>
              <a:rect b="b" l="l" r="r" t="t"/>
              <a:pathLst>
                <a:path extrusionOk="0" h="1855" w="1934">
                  <a:moveTo>
                    <a:pt x="1584" y="0"/>
                  </a:moveTo>
                  <a:cubicBezTo>
                    <a:pt x="1522" y="0"/>
                    <a:pt x="1460" y="19"/>
                    <a:pt x="1407" y="57"/>
                  </a:cubicBezTo>
                  <a:lnTo>
                    <a:pt x="163" y="956"/>
                  </a:lnTo>
                  <a:cubicBezTo>
                    <a:pt x="29" y="1052"/>
                    <a:pt x="0" y="1234"/>
                    <a:pt x="96" y="1368"/>
                  </a:cubicBezTo>
                  <a:lnTo>
                    <a:pt x="345" y="1732"/>
                  </a:lnTo>
                  <a:cubicBezTo>
                    <a:pt x="403" y="1812"/>
                    <a:pt x="495" y="1855"/>
                    <a:pt x="589" y="1855"/>
                  </a:cubicBezTo>
                  <a:cubicBezTo>
                    <a:pt x="651" y="1855"/>
                    <a:pt x="713" y="1837"/>
                    <a:pt x="766" y="1799"/>
                  </a:cubicBezTo>
                  <a:lnTo>
                    <a:pt x="1072" y="1578"/>
                  </a:lnTo>
                  <a:lnTo>
                    <a:pt x="929" y="1368"/>
                  </a:lnTo>
                  <a:cubicBezTo>
                    <a:pt x="833" y="1234"/>
                    <a:pt x="862" y="1052"/>
                    <a:pt x="996" y="956"/>
                  </a:cubicBezTo>
                  <a:lnTo>
                    <a:pt x="1933" y="277"/>
                  </a:lnTo>
                  <a:lnTo>
                    <a:pt x="1828" y="124"/>
                  </a:lnTo>
                  <a:cubicBezTo>
                    <a:pt x="1770" y="43"/>
                    <a:pt x="1678" y="0"/>
                    <a:pt x="1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5024028" y="3793455"/>
              <a:ext cx="30934" cy="42988"/>
            </a:xfrm>
            <a:custGeom>
              <a:rect b="b" l="l" r="r" t="t"/>
              <a:pathLst>
                <a:path extrusionOk="0" h="1637" w="1178">
                  <a:moveTo>
                    <a:pt x="345" y="0"/>
                  </a:moveTo>
                  <a:cubicBezTo>
                    <a:pt x="154" y="0"/>
                    <a:pt x="1" y="153"/>
                    <a:pt x="1" y="345"/>
                  </a:cubicBezTo>
                  <a:lnTo>
                    <a:pt x="1" y="1292"/>
                  </a:lnTo>
                  <a:cubicBezTo>
                    <a:pt x="1" y="1484"/>
                    <a:pt x="154" y="1637"/>
                    <a:pt x="345" y="1637"/>
                  </a:cubicBezTo>
                  <a:lnTo>
                    <a:pt x="1178" y="1637"/>
                  </a:lnTo>
                  <a:cubicBezTo>
                    <a:pt x="986" y="1637"/>
                    <a:pt x="833" y="1484"/>
                    <a:pt x="833" y="1292"/>
                  </a:cubicBezTo>
                  <a:lnTo>
                    <a:pt x="833" y="345"/>
                  </a:lnTo>
                  <a:cubicBezTo>
                    <a:pt x="833" y="153"/>
                    <a:pt x="986" y="0"/>
                    <a:pt x="11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4937580" y="3896998"/>
              <a:ext cx="235001" cy="226046"/>
            </a:xfrm>
            <a:custGeom>
              <a:rect b="b" l="l" r="r" t="t"/>
              <a:pathLst>
                <a:path extrusionOk="0" h="8608" w="8949">
                  <a:moveTo>
                    <a:pt x="4853" y="421"/>
                  </a:moveTo>
                  <a:cubicBezTo>
                    <a:pt x="5398" y="450"/>
                    <a:pt x="5925" y="593"/>
                    <a:pt x="6413" y="842"/>
                  </a:cubicBezTo>
                  <a:lnTo>
                    <a:pt x="6250" y="1129"/>
                  </a:lnTo>
                  <a:cubicBezTo>
                    <a:pt x="6147" y="1259"/>
                    <a:pt x="6323" y="1419"/>
                    <a:pt x="6467" y="1419"/>
                  </a:cubicBezTo>
                  <a:cubicBezTo>
                    <a:pt x="6524" y="1419"/>
                    <a:pt x="6577" y="1393"/>
                    <a:pt x="6604" y="1330"/>
                  </a:cubicBezTo>
                  <a:lnTo>
                    <a:pt x="6767" y="1053"/>
                  </a:lnTo>
                  <a:cubicBezTo>
                    <a:pt x="7226" y="1340"/>
                    <a:pt x="7609" y="1732"/>
                    <a:pt x="7906" y="2182"/>
                  </a:cubicBezTo>
                  <a:lnTo>
                    <a:pt x="7618" y="2345"/>
                  </a:lnTo>
                  <a:cubicBezTo>
                    <a:pt x="7430" y="2427"/>
                    <a:pt x="7578" y="2739"/>
                    <a:pt x="7744" y="2739"/>
                  </a:cubicBezTo>
                  <a:cubicBezTo>
                    <a:pt x="7772" y="2739"/>
                    <a:pt x="7801" y="2729"/>
                    <a:pt x="7829" y="2708"/>
                  </a:cubicBezTo>
                  <a:lnTo>
                    <a:pt x="8116" y="2546"/>
                  </a:lnTo>
                  <a:cubicBezTo>
                    <a:pt x="8365" y="3024"/>
                    <a:pt x="8508" y="3560"/>
                    <a:pt x="8537" y="4096"/>
                  </a:cubicBezTo>
                  <a:lnTo>
                    <a:pt x="8202" y="4096"/>
                  </a:lnTo>
                  <a:cubicBezTo>
                    <a:pt x="7925" y="4096"/>
                    <a:pt x="7925" y="4517"/>
                    <a:pt x="8202" y="4517"/>
                  </a:cubicBezTo>
                  <a:lnTo>
                    <a:pt x="8537" y="4517"/>
                  </a:lnTo>
                  <a:cubicBezTo>
                    <a:pt x="8508" y="5063"/>
                    <a:pt x="8365" y="5589"/>
                    <a:pt x="8116" y="6077"/>
                  </a:cubicBezTo>
                  <a:lnTo>
                    <a:pt x="7829" y="5905"/>
                  </a:lnTo>
                  <a:cubicBezTo>
                    <a:pt x="7801" y="5884"/>
                    <a:pt x="7772" y="5875"/>
                    <a:pt x="7744" y="5875"/>
                  </a:cubicBezTo>
                  <a:cubicBezTo>
                    <a:pt x="7578" y="5875"/>
                    <a:pt x="7430" y="6187"/>
                    <a:pt x="7618" y="6269"/>
                  </a:cubicBezTo>
                  <a:lnTo>
                    <a:pt x="7906" y="6431"/>
                  </a:lnTo>
                  <a:cubicBezTo>
                    <a:pt x="7609" y="6881"/>
                    <a:pt x="7226" y="7264"/>
                    <a:pt x="6767" y="7561"/>
                  </a:cubicBezTo>
                  <a:lnTo>
                    <a:pt x="6767" y="7570"/>
                  </a:lnTo>
                  <a:lnTo>
                    <a:pt x="6604" y="7283"/>
                  </a:lnTo>
                  <a:cubicBezTo>
                    <a:pt x="6577" y="7220"/>
                    <a:pt x="6525" y="7195"/>
                    <a:pt x="6468" y="7195"/>
                  </a:cubicBezTo>
                  <a:cubicBezTo>
                    <a:pt x="6324" y="7195"/>
                    <a:pt x="6147" y="7357"/>
                    <a:pt x="6250" y="7494"/>
                  </a:cubicBezTo>
                  <a:lnTo>
                    <a:pt x="6413" y="7781"/>
                  </a:lnTo>
                  <a:cubicBezTo>
                    <a:pt x="5925" y="8020"/>
                    <a:pt x="5398" y="8164"/>
                    <a:pt x="4853" y="8192"/>
                  </a:cubicBezTo>
                  <a:lnTo>
                    <a:pt x="4853" y="7867"/>
                  </a:lnTo>
                  <a:cubicBezTo>
                    <a:pt x="4853" y="7723"/>
                    <a:pt x="4750" y="7652"/>
                    <a:pt x="4647" y="7652"/>
                  </a:cubicBezTo>
                  <a:cubicBezTo>
                    <a:pt x="4544" y="7652"/>
                    <a:pt x="4441" y="7723"/>
                    <a:pt x="4441" y="7867"/>
                  </a:cubicBezTo>
                  <a:lnTo>
                    <a:pt x="4441" y="8192"/>
                  </a:lnTo>
                  <a:cubicBezTo>
                    <a:pt x="3896" y="8164"/>
                    <a:pt x="3369" y="8020"/>
                    <a:pt x="2881" y="7781"/>
                  </a:cubicBezTo>
                  <a:lnTo>
                    <a:pt x="3044" y="7494"/>
                  </a:lnTo>
                  <a:cubicBezTo>
                    <a:pt x="3111" y="7333"/>
                    <a:pt x="2982" y="7196"/>
                    <a:pt x="2849" y="7196"/>
                  </a:cubicBezTo>
                  <a:cubicBezTo>
                    <a:pt x="2792" y="7196"/>
                    <a:pt x="2733" y="7222"/>
                    <a:pt x="2690" y="7283"/>
                  </a:cubicBezTo>
                  <a:lnTo>
                    <a:pt x="2527" y="7570"/>
                  </a:lnTo>
                  <a:cubicBezTo>
                    <a:pt x="2068" y="7273"/>
                    <a:pt x="1685" y="6881"/>
                    <a:pt x="1388" y="6431"/>
                  </a:cubicBezTo>
                  <a:lnTo>
                    <a:pt x="1675" y="6269"/>
                  </a:lnTo>
                  <a:cubicBezTo>
                    <a:pt x="1842" y="6136"/>
                    <a:pt x="1733" y="5887"/>
                    <a:pt x="1551" y="5887"/>
                  </a:cubicBezTo>
                  <a:cubicBezTo>
                    <a:pt x="1524" y="5887"/>
                    <a:pt x="1495" y="5892"/>
                    <a:pt x="1465" y="5905"/>
                  </a:cubicBezTo>
                  <a:lnTo>
                    <a:pt x="1178" y="6077"/>
                  </a:lnTo>
                  <a:cubicBezTo>
                    <a:pt x="929" y="5589"/>
                    <a:pt x="785" y="5063"/>
                    <a:pt x="757" y="4517"/>
                  </a:cubicBezTo>
                  <a:lnTo>
                    <a:pt x="1092" y="4517"/>
                  </a:lnTo>
                  <a:cubicBezTo>
                    <a:pt x="1369" y="4517"/>
                    <a:pt x="1369" y="4096"/>
                    <a:pt x="1092" y="4096"/>
                  </a:cubicBezTo>
                  <a:lnTo>
                    <a:pt x="757" y="4096"/>
                  </a:lnTo>
                  <a:cubicBezTo>
                    <a:pt x="785" y="3560"/>
                    <a:pt x="929" y="3024"/>
                    <a:pt x="1178" y="2546"/>
                  </a:cubicBezTo>
                  <a:lnTo>
                    <a:pt x="1465" y="2708"/>
                  </a:lnTo>
                  <a:cubicBezTo>
                    <a:pt x="1495" y="2721"/>
                    <a:pt x="1524" y="2727"/>
                    <a:pt x="1551" y="2727"/>
                  </a:cubicBezTo>
                  <a:cubicBezTo>
                    <a:pt x="1733" y="2727"/>
                    <a:pt x="1842" y="2478"/>
                    <a:pt x="1675" y="2345"/>
                  </a:cubicBezTo>
                  <a:lnTo>
                    <a:pt x="1388" y="2182"/>
                  </a:lnTo>
                  <a:cubicBezTo>
                    <a:pt x="1685" y="1732"/>
                    <a:pt x="2068" y="1340"/>
                    <a:pt x="2527" y="1053"/>
                  </a:cubicBezTo>
                  <a:lnTo>
                    <a:pt x="2690" y="1330"/>
                  </a:lnTo>
                  <a:cubicBezTo>
                    <a:pt x="2714" y="1393"/>
                    <a:pt x="2765" y="1419"/>
                    <a:pt x="2823" y="1419"/>
                  </a:cubicBezTo>
                  <a:cubicBezTo>
                    <a:pt x="2966" y="1419"/>
                    <a:pt x="3146" y="1259"/>
                    <a:pt x="3044" y="1129"/>
                  </a:cubicBezTo>
                  <a:lnTo>
                    <a:pt x="2881" y="842"/>
                  </a:lnTo>
                  <a:cubicBezTo>
                    <a:pt x="3369" y="593"/>
                    <a:pt x="3896" y="450"/>
                    <a:pt x="4441" y="421"/>
                  </a:cubicBezTo>
                  <a:lnTo>
                    <a:pt x="4441" y="756"/>
                  </a:lnTo>
                  <a:cubicBezTo>
                    <a:pt x="4436" y="895"/>
                    <a:pt x="4539" y="964"/>
                    <a:pt x="4643" y="964"/>
                  </a:cubicBezTo>
                  <a:cubicBezTo>
                    <a:pt x="4747" y="964"/>
                    <a:pt x="4853" y="895"/>
                    <a:pt x="4853" y="756"/>
                  </a:cubicBezTo>
                  <a:lnTo>
                    <a:pt x="4853" y="421"/>
                  </a:lnTo>
                  <a:close/>
                  <a:moveTo>
                    <a:pt x="4642" y="0"/>
                  </a:moveTo>
                  <a:cubicBezTo>
                    <a:pt x="2900" y="0"/>
                    <a:pt x="1331" y="1043"/>
                    <a:pt x="670" y="2651"/>
                  </a:cubicBezTo>
                  <a:cubicBezTo>
                    <a:pt x="0" y="4259"/>
                    <a:pt x="364" y="6115"/>
                    <a:pt x="1599" y="7350"/>
                  </a:cubicBezTo>
                  <a:cubicBezTo>
                    <a:pt x="2424" y="8169"/>
                    <a:pt x="3524" y="8608"/>
                    <a:pt x="4646" y="8608"/>
                  </a:cubicBezTo>
                  <a:cubicBezTo>
                    <a:pt x="5201" y="8608"/>
                    <a:pt x="5762" y="8500"/>
                    <a:pt x="6298" y="8278"/>
                  </a:cubicBezTo>
                  <a:cubicBezTo>
                    <a:pt x="7906" y="7618"/>
                    <a:pt x="8949" y="6048"/>
                    <a:pt x="8949" y="4307"/>
                  </a:cubicBezTo>
                  <a:cubicBezTo>
                    <a:pt x="8949" y="1924"/>
                    <a:pt x="7025" y="0"/>
                    <a:pt x="4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044905" y="3995263"/>
              <a:ext cx="29411" cy="29411"/>
            </a:xfrm>
            <a:custGeom>
              <a:rect b="b" l="l" r="r" t="t"/>
              <a:pathLst>
                <a:path extrusionOk="0" h="1120" w="1120">
                  <a:moveTo>
                    <a:pt x="555" y="0"/>
                  </a:moveTo>
                  <a:cubicBezTo>
                    <a:pt x="249" y="0"/>
                    <a:pt x="0" y="249"/>
                    <a:pt x="0" y="565"/>
                  </a:cubicBezTo>
                  <a:cubicBezTo>
                    <a:pt x="0" y="871"/>
                    <a:pt x="249" y="1120"/>
                    <a:pt x="555" y="1120"/>
                  </a:cubicBezTo>
                  <a:cubicBezTo>
                    <a:pt x="871" y="1120"/>
                    <a:pt x="1120" y="871"/>
                    <a:pt x="1120" y="565"/>
                  </a:cubicBezTo>
                  <a:cubicBezTo>
                    <a:pt x="1120" y="249"/>
                    <a:pt x="871" y="0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7"/>
            <p:cNvSpPr/>
            <p:nvPr/>
          </p:nvSpPr>
          <p:spPr>
            <a:xfrm>
              <a:off x="5044642" y="3995132"/>
              <a:ext cx="24396" cy="29674"/>
            </a:xfrm>
            <a:custGeom>
              <a:rect b="b" l="l" r="r" t="t"/>
              <a:pathLst>
                <a:path extrusionOk="0" h="1130" w="929">
                  <a:moveTo>
                    <a:pt x="564" y="0"/>
                  </a:moveTo>
                  <a:cubicBezTo>
                    <a:pt x="274" y="0"/>
                    <a:pt x="0" y="227"/>
                    <a:pt x="0" y="560"/>
                  </a:cubicBezTo>
                  <a:cubicBezTo>
                    <a:pt x="0" y="901"/>
                    <a:pt x="275" y="1129"/>
                    <a:pt x="565" y="1129"/>
                  </a:cubicBezTo>
                  <a:cubicBezTo>
                    <a:pt x="690" y="1129"/>
                    <a:pt x="819" y="1086"/>
                    <a:pt x="929" y="991"/>
                  </a:cubicBezTo>
                  <a:cubicBezTo>
                    <a:pt x="804" y="886"/>
                    <a:pt x="737" y="732"/>
                    <a:pt x="737" y="570"/>
                  </a:cubicBezTo>
                  <a:cubicBezTo>
                    <a:pt x="737" y="397"/>
                    <a:pt x="804" y="244"/>
                    <a:pt x="929" y="139"/>
                  </a:cubicBezTo>
                  <a:cubicBezTo>
                    <a:pt x="818" y="43"/>
                    <a:pt x="690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1" name="Google Shape;791;p7"/>
          <p:cNvSpPr/>
          <p:nvPr/>
        </p:nvSpPr>
        <p:spPr>
          <a:xfrm>
            <a:off x="1010448" y="3905718"/>
            <a:ext cx="952500" cy="952500"/>
          </a:xfrm>
          <a:prstGeom prst="roundRect">
            <a:avLst>
              <a:gd fmla="val 9628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2" name="Google Shape;792;p7"/>
          <p:cNvGrpSpPr/>
          <p:nvPr/>
        </p:nvGrpSpPr>
        <p:grpSpPr>
          <a:xfrm>
            <a:off x="1173923" y="4092624"/>
            <a:ext cx="625550" cy="504565"/>
            <a:chOff x="7541469" y="3793455"/>
            <a:chExt cx="407897" cy="328985"/>
          </a:xfrm>
        </p:grpSpPr>
        <p:sp>
          <p:nvSpPr>
            <p:cNvPr id="793" name="Google Shape;793;p7"/>
            <p:cNvSpPr/>
            <p:nvPr/>
          </p:nvSpPr>
          <p:spPr>
            <a:xfrm>
              <a:off x="7541469" y="3819820"/>
              <a:ext cx="407897" cy="302620"/>
            </a:xfrm>
            <a:custGeom>
              <a:rect b="b" l="l" r="r" t="t"/>
              <a:pathLst>
                <a:path extrusionOk="0" h="11524" w="15533">
                  <a:moveTo>
                    <a:pt x="14794" y="1"/>
                  </a:moveTo>
                  <a:cubicBezTo>
                    <a:pt x="14788" y="1"/>
                    <a:pt x="14783" y="1"/>
                    <a:pt x="14777" y="1"/>
                  </a:cubicBezTo>
                  <a:lnTo>
                    <a:pt x="747" y="1"/>
                  </a:lnTo>
                  <a:cubicBezTo>
                    <a:pt x="335" y="1"/>
                    <a:pt x="0" y="336"/>
                    <a:pt x="0" y="747"/>
                  </a:cubicBezTo>
                  <a:lnTo>
                    <a:pt x="0" y="10768"/>
                  </a:lnTo>
                  <a:cubicBezTo>
                    <a:pt x="0" y="11179"/>
                    <a:pt x="335" y="11514"/>
                    <a:pt x="747" y="11524"/>
                  </a:cubicBezTo>
                  <a:lnTo>
                    <a:pt x="14777" y="11524"/>
                  </a:lnTo>
                  <a:cubicBezTo>
                    <a:pt x="15198" y="11524"/>
                    <a:pt x="15533" y="11179"/>
                    <a:pt x="15533" y="10768"/>
                  </a:cubicBezTo>
                  <a:lnTo>
                    <a:pt x="15533" y="747"/>
                  </a:lnTo>
                  <a:cubicBezTo>
                    <a:pt x="15533" y="342"/>
                    <a:pt x="15207" y="1"/>
                    <a:pt x="14794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7"/>
            <p:cNvSpPr/>
            <p:nvPr/>
          </p:nvSpPr>
          <p:spPr>
            <a:xfrm>
              <a:off x="7541469" y="3819820"/>
              <a:ext cx="407897" cy="39495"/>
            </a:xfrm>
            <a:custGeom>
              <a:rect b="b" l="l" r="r" t="t"/>
              <a:pathLst>
                <a:path extrusionOk="0" h="1504" w="15533">
                  <a:moveTo>
                    <a:pt x="14794" y="1"/>
                  </a:moveTo>
                  <a:cubicBezTo>
                    <a:pt x="14788" y="1"/>
                    <a:pt x="14783" y="1"/>
                    <a:pt x="14777" y="1"/>
                  </a:cubicBezTo>
                  <a:lnTo>
                    <a:pt x="747" y="1"/>
                  </a:lnTo>
                  <a:cubicBezTo>
                    <a:pt x="335" y="1"/>
                    <a:pt x="0" y="336"/>
                    <a:pt x="0" y="747"/>
                  </a:cubicBezTo>
                  <a:lnTo>
                    <a:pt x="0" y="1504"/>
                  </a:lnTo>
                  <a:lnTo>
                    <a:pt x="15533" y="1504"/>
                  </a:lnTo>
                  <a:lnTo>
                    <a:pt x="15533" y="747"/>
                  </a:lnTo>
                  <a:cubicBezTo>
                    <a:pt x="15533" y="342"/>
                    <a:pt x="15207" y="1"/>
                    <a:pt x="147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7"/>
            <p:cNvSpPr/>
            <p:nvPr/>
          </p:nvSpPr>
          <p:spPr>
            <a:xfrm>
              <a:off x="7567860" y="3819846"/>
              <a:ext cx="52546" cy="26155"/>
            </a:xfrm>
            <a:custGeom>
              <a:rect b="b" l="l" r="r" t="t"/>
              <a:pathLst>
                <a:path extrusionOk="0" h="996" w="2001">
                  <a:moveTo>
                    <a:pt x="0" y="0"/>
                  </a:moveTo>
                  <a:lnTo>
                    <a:pt x="0" y="249"/>
                  </a:lnTo>
                  <a:cubicBezTo>
                    <a:pt x="0" y="660"/>
                    <a:pt x="335" y="995"/>
                    <a:pt x="747" y="995"/>
                  </a:cubicBezTo>
                  <a:lnTo>
                    <a:pt x="1254" y="995"/>
                  </a:lnTo>
                  <a:cubicBezTo>
                    <a:pt x="1665" y="995"/>
                    <a:pt x="2000" y="660"/>
                    <a:pt x="2000" y="249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7"/>
            <p:cNvSpPr/>
            <p:nvPr/>
          </p:nvSpPr>
          <p:spPr>
            <a:xfrm>
              <a:off x="7870428" y="3819846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1" y="0"/>
                  </a:moveTo>
                  <a:lnTo>
                    <a:pt x="1" y="249"/>
                  </a:lnTo>
                  <a:cubicBezTo>
                    <a:pt x="1" y="660"/>
                    <a:pt x="336" y="995"/>
                    <a:pt x="747" y="995"/>
                  </a:cubicBezTo>
                  <a:lnTo>
                    <a:pt x="1255" y="995"/>
                  </a:lnTo>
                  <a:cubicBezTo>
                    <a:pt x="1666" y="995"/>
                    <a:pt x="2001" y="660"/>
                    <a:pt x="2001" y="249"/>
                  </a:cubicBezTo>
                  <a:lnTo>
                    <a:pt x="2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7"/>
            <p:cNvSpPr/>
            <p:nvPr/>
          </p:nvSpPr>
          <p:spPr>
            <a:xfrm>
              <a:off x="7580912" y="3793455"/>
              <a:ext cx="26418" cy="39469"/>
            </a:xfrm>
            <a:custGeom>
              <a:rect b="b" l="l" r="r" t="t"/>
              <a:pathLst>
                <a:path extrusionOk="0" h="1503" w="1006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1254"/>
                  </a:lnTo>
                  <a:cubicBezTo>
                    <a:pt x="1" y="1388"/>
                    <a:pt x="116" y="1503"/>
                    <a:pt x="250" y="1503"/>
                  </a:cubicBezTo>
                  <a:lnTo>
                    <a:pt x="757" y="1503"/>
                  </a:lnTo>
                  <a:cubicBezTo>
                    <a:pt x="891" y="1503"/>
                    <a:pt x="1006" y="1388"/>
                    <a:pt x="1006" y="1254"/>
                  </a:cubicBezTo>
                  <a:lnTo>
                    <a:pt x="1006" y="249"/>
                  </a:lnTo>
                  <a:cubicBezTo>
                    <a:pt x="1006" y="10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7580912" y="3793455"/>
              <a:ext cx="26418" cy="19616"/>
            </a:xfrm>
            <a:custGeom>
              <a:rect b="b" l="l" r="r" t="t"/>
              <a:pathLst>
                <a:path extrusionOk="0" h="747" w="1006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498"/>
                  </a:lnTo>
                  <a:cubicBezTo>
                    <a:pt x="1" y="641"/>
                    <a:pt x="116" y="747"/>
                    <a:pt x="250" y="747"/>
                  </a:cubicBezTo>
                  <a:lnTo>
                    <a:pt x="757" y="747"/>
                  </a:lnTo>
                  <a:cubicBezTo>
                    <a:pt x="891" y="747"/>
                    <a:pt x="1006" y="641"/>
                    <a:pt x="1006" y="498"/>
                  </a:cubicBezTo>
                  <a:lnTo>
                    <a:pt x="1006" y="249"/>
                  </a:lnTo>
                  <a:cubicBezTo>
                    <a:pt x="1006" y="11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7883506" y="3793455"/>
              <a:ext cx="26418" cy="39469"/>
            </a:xfrm>
            <a:custGeom>
              <a:rect b="b" l="l" r="r" t="t"/>
              <a:pathLst>
                <a:path extrusionOk="0" h="1503" w="1006">
                  <a:moveTo>
                    <a:pt x="249" y="0"/>
                  </a:moveTo>
                  <a:cubicBezTo>
                    <a:pt x="115" y="0"/>
                    <a:pt x="1" y="105"/>
                    <a:pt x="1" y="249"/>
                  </a:cubicBezTo>
                  <a:lnTo>
                    <a:pt x="1" y="1254"/>
                  </a:lnTo>
                  <a:cubicBezTo>
                    <a:pt x="1" y="1388"/>
                    <a:pt x="115" y="1503"/>
                    <a:pt x="249" y="1503"/>
                  </a:cubicBezTo>
                  <a:lnTo>
                    <a:pt x="757" y="1503"/>
                  </a:lnTo>
                  <a:cubicBezTo>
                    <a:pt x="891" y="1503"/>
                    <a:pt x="1005" y="1388"/>
                    <a:pt x="1005" y="1254"/>
                  </a:cubicBezTo>
                  <a:lnTo>
                    <a:pt x="1005" y="249"/>
                  </a:lnTo>
                  <a:cubicBezTo>
                    <a:pt x="1005" y="10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7883506" y="3793455"/>
              <a:ext cx="26418" cy="19616"/>
            </a:xfrm>
            <a:custGeom>
              <a:rect b="b" l="l" r="r" t="t"/>
              <a:pathLst>
                <a:path extrusionOk="0" h="747" w="1006">
                  <a:moveTo>
                    <a:pt x="249" y="0"/>
                  </a:moveTo>
                  <a:cubicBezTo>
                    <a:pt x="115" y="0"/>
                    <a:pt x="1" y="115"/>
                    <a:pt x="1" y="249"/>
                  </a:cubicBezTo>
                  <a:lnTo>
                    <a:pt x="1" y="498"/>
                  </a:lnTo>
                  <a:cubicBezTo>
                    <a:pt x="1" y="641"/>
                    <a:pt x="115" y="747"/>
                    <a:pt x="249" y="747"/>
                  </a:cubicBezTo>
                  <a:lnTo>
                    <a:pt x="757" y="747"/>
                  </a:lnTo>
                  <a:cubicBezTo>
                    <a:pt x="891" y="747"/>
                    <a:pt x="1005" y="641"/>
                    <a:pt x="1005" y="498"/>
                  </a:cubicBezTo>
                  <a:lnTo>
                    <a:pt x="1005" y="249"/>
                  </a:lnTo>
                  <a:cubicBezTo>
                    <a:pt x="1005" y="11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7541469" y="3859289"/>
              <a:ext cx="407897" cy="13104"/>
            </a:xfrm>
            <a:custGeom>
              <a:rect b="b" l="l" r="r" t="t"/>
              <a:pathLst>
                <a:path extrusionOk="0" h="499" w="15533">
                  <a:moveTo>
                    <a:pt x="0" y="1"/>
                  </a:moveTo>
                  <a:lnTo>
                    <a:pt x="0" y="498"/>
                  </a:lnTo>
                  <a:lnTo>
                    <a:pt x="15533" y="498"/>
                  </a:lnTo>
                  <a:lnTo>
                    <a:pt x="15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7580912" y="3898758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96" y="995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7580912" y="3951278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96" y="1005"/>
                    <a:pt x="2001" y="890"/>
                    <a:pt x="2001" y="756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7580912" y="4004060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96" y="995"/>
                    <a:pt x="2001" y="880"/>
                    <a:pt x="2001" y="746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7672900" y="4004060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5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5" y="995"/>
                    <a:pt x="259" y="995"/>
                  </a:cubicBezTo>
                  <a:lnTo>
                    <a:pt x="1752" y="995"/>
                  </a:lnTo>
                  <a:cubicBezTo>
                    <a:pt x="1896" y="995"/>
                    <a:pt x="2010" y="880"/>
                    <a:pt x="2010" y="746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7765126" y="4004060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86" y="995"/>
                    <a:pt x="2001" y="880"/>
                    <a:pt x="2001" y="746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7672900" y="3951278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5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5" y="1005"/>
                    <a:pt x="259" y="1005"/>
                  </a:cubicBezTo>
                  <a:lnTo>
                    <a:pt x="1752" y="1005"/>
                  </a:lnTo>
                  <a:cubicBezTo>
                    <a:pt x="1896" y="1005"/>
                    <a:pt x="2010" y="890"/>
                    <a:pt x="2010" y="756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7580912" y="4056580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96" y="996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7672900" y="3898758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5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5" y="995"/>
                    <a:pt x="259" y="995"/>
                  </a:cubicBezTo>
                  <a:lnTo>
                    <a:pt x="1752" y="995"/>
                  </a:lnTo>
                  <a:cubicBezTo>
                    <a:pt x="1896" y="99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7672900" y="4056580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5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5" y="1005"/>
                    <a:pt x="259" y="1005"/>
                  </a:cubicBezTo>
                  <a:lnTo>
                    <a:pt x="1752" y="1005"/>
                  </a:lnTo>
                  <a:cubicBezTo>
                    <a:pt x="1896" y="100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7857114" y="4004060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6" y="995"/>
                    <a:pt x="259" y="995"/>
                  </a:cubicBezTo>
                  <a:lnTo>
                    <a:pt x="1762" y="995"/>
                  </a:lnTo>
                  <a:cubicBezTo>
                    <a:pt x="1896" y="995"/>
                    <a:pt x="2010" y="880"/>
                    <a:pt x="2010" y="746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7857114" y="3898758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995"/>
                    <a:pt x="259" y="995"/>
                  </a:cubicBezTo>
                  <a:lnTo>
                    <a:pt x="1762" y="995"/>
                  </a:lnTo>
                  <a:cubicBezTo>
                    <a:pt x="1896" y="99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7857114" y="4056580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1005"/>
                    <a:pt x="259" y="1005"/>
                  </a:cubicBezTo>
                  <a:lnTo>
                    <a:pt x="1762" y="1005"/>
                  </a:lnTo>
                  <a:cubicBezTo>
                    <a:pt x="1896" y="100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7765126" y="3951278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86" y="1005"/>
                    <a:pt x="2001" y="890"/>
                    <a:pt x="2001" y="756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7765126" y="3898758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86" y="995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7857114" y="3951278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6" y="1005"/>
                    <a:pt x="259" y="1005"/>
                  </a:cubicBezTo>
                  <a:lnTo>
                    <a:pt x="1762" y="1005"/>
                  </a:lnTo>
                  <a:cubicBezTo>
                    <a:pt x="1896" y="1005"/>
                    <a:pt x="2010" y="890"/>
                    <a:pt x="2010" y="756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7765126" y="4056580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86" y="1005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7854305" y="3944450"/>
              <a:ext cx="58691" cy="39758"/>
            </a:xfrm>
            <a:custGeom>
              <a:rect b="b" l="l" r="r" t="t"/>
              <a:pathLst>
                <a:path extrusionOk="0" h="1514" w="2235">
                  <a:moveTo>
                    <a:pt x="1867" y="0"/>
                  </a:moveTo>
                  <a:cubicBezTo>
                    <a:pt x="1809" y="0"/>
                    <a:pt x="1749" y="23"/>
                    <a:pt x="1696" y="78"/>
                  </a:cubicBezTo>
                  <a:lnTo>
                    <a:pt x="864" y="901"/>
                  </a:lnTo>
                  <a:lnTo>
                    <a:pt x="538" y="576"/>
                  </a:lnTo>
                  <a:cubicBezTo>
                    <a:pt x="483" y="521"/>
                    <a:pt x="422" y="498"/>
                    <a:pt x="363" y="498"/>
                  </a:cubicBezTo>
                  <a:cubicBezTo>
                    <a:pt x="167" y="498"/>
                    <a:pt x="0" y="756"/>
                    <a:pt x="184" y="940"/>
                  </a:cubicBezTo>
                  <a:lnTo>
                    <a:pt x="682" y="1437"/>
                  </a:lnTo>
                  <a:cubicBezTo>
                    <a:pt x="730" y="1485"/>
                    <a:pt x="797" y="1514"/>
                    <a:pt x="864" y="1514"/>
                  </a:cubicBezTo>
                  <a:cubicBezTo>
                    <a:pt x="931" y="1514"/>
                    <a:pt x="998" y="1485"/>
                    <a:pt x="1046" y="1437"/>
                  </a:cubicBezTo>
                  <a:lnTo>
                    <a:pt x="2050" y="442"/>
                  </a:lnTo>
                  <a:cubicBezTo>
                    <a:pt x="2235" y="258"/>
                    <a:pt x="2062" y="0"/>
                    <a:pt x="1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7670091" y="3944450"/>
              <a:ext cx="58691" cy="39758"/>
            </a:xfrm>
            <a:custGeom>
              <a:rect b="b" l="l" r="r" t="t"/>
              <a:pathLst>
                <a:path extrusionOk="0" h="1514" w="2235">
                  <a:moveTo>
                    <a:pt x="1871" y="0"/>
                  </a:moveTo>
                  <a:cubicBezTo>
                    <a:pt x="1813" y="0"/>
                    <a:pt x="1751" y="23"/>
                    <a:pt x="1696" y="78"/>
                  </a:cubicBezTo>
                  <a:lnTo>
                    <a:pt x="864" y="901"/>
                  </a:lnTo>
                  <a:lnTo>
                    <a:pt x="548" y="576"/>
                  </a:lnTo>
                  <a:cubicBezTo>
                    <a:pt x="493" y="521"/>
                    <a:pt x="431" y="498"/>
                    <a:pt x="372" y="498"/>
                  </a:cubicBezTo>
                  <a:cubicBezTo>
                    <a:pt x="173" y="498"/>
                    <a:pt x="0" y="756"/>
                    <a:pt x="184" y="940"/>
                  </a:cubicBezTo>
                  <a:lnTo>
                    <a:pt x="682" y="1437"/>
                  </a:lnTo>
                  <a:cubicBezTo>
                    <a:pt x="730" y="1485"/>
                    <a:pt x="797" y="1514"/>
                    <a:pt x="864" y="1514"/>
                  </a:cubicBezTo>
                  <a:cubicBezTo>
                    <a:pt x="931" y="1514"/>
                    <a:pt x="998" y="1485"/>
                    <a:pt x="1046" y="1437"/>
                  </a:cubicBezTo>
                  <a:lnTo>
                    <a:pt x="2050" y="442"/>
                  </a:lnTo>
                  <a:cubicBezTo>
                    <a:pt x="2235" y="258"/>
                    <a:pt x="2067" y="0"/>
                    <a:pt x="1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7762342" y="3996970"/>
              <a:ext cx="58665" cy="39810"/>
            </a:xfrm>
            <a:custGeom>
              <a:rect b="b" l="l" r="r" t="t"/>
              <a:pathLst>
                <a:path extrusionOk="0" h="1516" w="2234">
                  <a:moveTo>
                    <a:pt x="1862" y="0"/>
                  </a:moveTo>
                  <a:cubicBezTo>
                    <a:pt x="1803" y="0"/>
                    <a:pt x="1741" y="23"/>
                    <a:pt x="1686" y="79"/>
                  </a:cubicBezTo>
                  <a:lnTo>
                    <a:pt x="863" y="911"/>
                  </a:lnTo>
                  <a:lnTo>
                    <a:pt x="538" y="586"/>
                  </a:lnTo>
                  <a:cubicBezTo>
                    <a:pt x="482" y="530"/>
                    <a:pt x="419" y="506"/>
                    <a:pt x="360" y="506"/>
                  </a:cubicBezTo>
                  <a:cubicBezTo>
                    <a:pt x="165" y="506"/>
                    <a:pt x="0" y="757"/>
                    <a:pt x="184" y="940"/>
                  </a:cubicBezTo>
                  <a:lnTo>
                    <a:pt x="681" y="1447"/>
                  </a:lnTo>
                  <a:cubicBezTo>
                    <a:pt x="729" y="1495"/>
                    <a:pt x="786" y="1514"/>
                    <a:pt x="853" y="1514"/>
                  </a:cubicBezTo>
                  <a:cubicBezTo>
                    <a:pt x="863" y="1515"/>
                    <a:pt x="873" y="1516"/>
                    <a:pt x="883" y="1516"/>
                  </a:cubicBezTo>
                  <a:cubicBezTo>
                    <a:pt x="947" y="1516"/>
                    <a:pt x="1003" y="1489"/>
                    <a:pt x="1045" y="1447"/>
                  </a:cubicBezTo>
                  <a:lnTo>
                    <a:pt x="2050" y="442"/>
                  </a:lnTo>
                  <a:cubicBezTo>
                    <a:pt x="2234" y="258"/>
                    <a:pt x="2061" y="0"/>
                    <a:pt x="1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7578102" y="4049700"/>
              <a:ext cx="58665" cy="39810"/>
            </a:xfrm>
            <a:custGeom>
              <a:rect b="b" l="l" r="r" t="t"/>
              <a:pathLst>
                <a:path extrusionOk="0" h="1516" w="2234">
                  <a:moveTo>
                    <a:pt x="1866" y="1"/>
                  </a:moveTo>
                  <a:cubicBezTo>
                    <a:pt x="1806" y="1"/>
                    <a:pt x="1743" y="24"/>
                    <a:pt x="1687" y="80"/>
                  </a:cubicBezTo>
                  <a:lnTo>
                    <a:pt x="864" y="903"/>
                  </a:lnTo>
                  <a:lnTo>
                    <a:pt x="539" y="578"/>
                  </a:lnTo>
                  <a:cubicBezTo>
                    <a:pt x="483" y="523"/>
                    <a:pt x="422" y="500"/>
                    <a:pt x="364" y="500"/>
                  </a:cubicBezTo>
                  <a:cubicBezTo>
                    <a:pt x="168" y="500"/>
                    <a:pt x="0" y="758"/>
                    <a:pt x="184" y="942"/>
                  </a:cubicBezTo>
                  <a:lnTo>
                    <a:pt x="682" y="1439"/>
                  </a:lnTo>
                  <a:cubicBezTo>
                    <a:pt x="730" y="1487"/>
                    <a:pt x="797" y="1516"/>
                    <a:pt x="864" y="1516"/>
                  </a:cubicBezTo>
                  <a:cubicBezTo>
                    <a:pt x="931" y="1516"/>
                    <a:pt x="998" y="1487"/>
                    <a:pt x="1046" y="1439"/>
                  </a:cubicBezTo>
                  <a:lnTo>
                    <a:pt x="2051" y="434"/>
                  </a:lnTo>
                  <a:cubicBezTo>
                    <a:pt x="2234" y="251"/>
                    <a:pt x="2064" y="1"/>
                    <a:pt x="1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7762342" y="3891667"/>
              <a:ext cx="58665" cy="39784"/>
            </a:xfrm>
            <a:custGeom>
              <a:rect b="b" l="l" r="r" t="t"/>
              <a:pathLst>
                <a:path extrusionOk="0" h="1515" w="2234">
                  <a:moveTo>
                    <a:pt x="1862" y="0"/>
                  </a:moveTo>
                  <a:cubicBezTo>
                    <a:pt x="1803" y="0"/>
                    <a:pt x="1741" y="24"/>
                    <a:pt x="1686" y="79"/>
                  </a:cubicBezTo>
                  <a:lnTo>
                    <a:pt x="863" y="902"/>
                  </a:lnTo>
                  <a:lnTo>
                    <a:pt x="538" y="586"/>
                  </a:lnTo>
                  <a:cubicBezTo>
                    <a:pt x="482" y="530"/>
                    <a:pt x="419" y="506"/>
                    <a:pt x="360" y="506"/>
                  </a:cubicBezTo>
                  <a:cubicBezTo>
                    <a:pt x="165" y="506"/>
                    <a:pt x="0" y="757"/>
                    <a:pt x="184" y="940"/>
                  </a:cubicBezTo>
                  <a:lnTo>
                    <a:pt x="681" y="1438"/>
                  </a:lnTo>
                  <a:cubicBezTo>
                    <a:pt x="729" y="1485"/>
                    <a:pt x="786" y="1514"/>
                    <a:pt x="853" y="1514"/>
                  </a:cubicBezTo>
                  <a:cubicBezTo>
                    <a:pt x="930" y="1514"/>
                    <a:pt x="997" y="1495"/>
                    <a:pt x="1045" y="1438"/>
                  </a:cubicBezTo>
                  <a:lnTo>
                    <a:pt x="2050" y="442"/>
                  </a:lnTo>
                  <a:cubicBezTo>
                    <a:pt x="2234" y="258"/>
                    <a:pt x="2061" y="0"/>
                    <a:pt x="1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7"/>
          <p:cNvSpPr/>
          <p:nvPr/>
        </p:nvSpPr>
        <p:spPr>
          <a:xfrm>
            <a:off x="7414926" y="3868656"/>
            <a:ext cx="952500" cy="952500"/>
          </a:xfrm>
          <a:prstGeom prst="roundRect">
            <a:avLst>
              <a:gd fmla="val 8373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4" name="Google Shape;824;p7"/>
          <p:cNvGrpSpPr/>
          <p:nvPr/>
        </p:nvGrpSpPr>
        <p:grpSpPr>
          <a:xfrm>
            <a:off x="7578398" y="4119663"/>
            <a:ext cx="625560" cy="450484"/>
            <a:chOff x="6190130" y="2940977"/>
            <a:chExt cx="389830" cy="283003"/>
          </a:xfrm>
        </p:grpSpPr>
        <p:sp>
          <p:nvSpPr>
            <p:cNvPr id="825" name="Google Shape;825;p7"/>
            <p:cNvSpPr/>
            <p:nvPr/>
          </p:nvSpPr>
          <p:spPr>
            <a:xfrm>
              <a:off x="6208984" y="2940977"/>
              <a:ext cx="352120" cy="257873"/>
            </a:xfrm>
            <a:custGeom>
              <a:rect b="b" l="l" r="r" t="t"/>
              <a:pathLst>
                <a:path extrusionOk="0" h="9820" w="13409">
                  <a:moveTo>
                    <a:pt x="479" y="1"/>
                  </a:moveTo>
                  <a:cubicBezTo>
                    <a:pt x="211" y="1"/>
                    <a:pt x="1" y="221"/>
                    <a:pt x="1" y="479"/>
                  </a:cubicBezTo>
                  <a:lnTo>
                    <a:pt x="1" y="9820"/>
                  </a:lnTo>
                  <a:lnTo>
                    <a:pt x="13409" y="9820"/>
                  </a:lnTo>
                  <a:lnTo>
                    <a:pt x="13409" y="479"/>
                  </a:lnTo>
                  <a:cubicBezTo>
                    <a:pt x="13409" y="221"/>
                    <a:pt x="13198" y="1"/>
                    <a:pt x="12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6234115" y="2966370"/>
              <a:ext cx="301859" cy="201073"/>
            </a:xfrm>
            <a:custGeom>
              <a:rect b="b" l="l" r="r" t="t"/>
              <a:pathLst>
                <a:path extrusionOk="0" h="7657" w="11495">
                  <a:moveTo>
                    <a:pt x="240" y="0"/>
                  </a:moveTo>
                  <a:cubicBezTo>
                    <a:pt x="106" y="0"/>
                    <a:pt x="1" y="106"/>
                    <a:pt x="1" y="240"/>
                  </a:cubicBezTo>
                  <a:lnTo>
                    <a:pt x="1" y="7417"/>
                  </a:lnTo>
                  <a:cubicBezTo>
                    <a:pt x="1" y="7551"/>
                    <a:pt x="106" y="7657"/>
                    <a:pt x="240" y="7657"/>
                  </a:cubicBezTo>
                  <a:lnTo>
                    <a:pt x="11255" y="7657"/>
                  </a:lnTo>
                  <a:cubicBezTo>
                    <a:pt x="11389" y="7657"/>
                    <a:pt x="11495" y="7551"/>
                    <a:pt x="11495" y="7417"/>
                  </a:cubicBezTo>
                  <a:lnTo>
                    <a:pt x="11495" y="240"/>
                  </a:lnTo>
                  <a:cubicBezTo>
                    <a:pt x="11495" y="106"/>
                    <a:pt x="11389" y="0"/>
                    <a:pt x="112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6234115" y="3129734"/>
              <a:ext cx="175942" cy="37709"/>
            </a:xfrm>
            <a:custGeom>
              <a:rect b="b" l="l" r="r" t="t"/>
              <a:pathLst>
                <a:path extrusionOk="0" h="1436" w="6700">
                  <a:moveTo>
                    <a:pt x="1" y="0"/>
                  </a:moveTo>
                  <a:lnTo>
                    <a:pt x="1" y="1196"/>
                  </a:lnTo>
                  <a:cubicBezTo>
                    <a:pt x="1" y="1330"/>
                    <a:pt x="106" y="1436"/>
                    <a:pt x="240" y="1436"/>
                  </a:cubicBezTo>
                  <a:lnTo>
                    <a:pt x="6700" y="1436"/>
                  </a:lnTo>
                  <a:lnTo>
                    <a:pt x="6700" y="0"/>
                  </a:ln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6410293" y="2966370"/>
              <a:ext cx="125680" cy="100550"/>
            </a:xfrm>
            <a:custGeom>
              <a:rect b="b" l="l" r="r" t="t"/>
              <a:pathLst>
                <a:path extrusionOk="0" h="3829" w="4786">
                  <a:moveTo>
                    <a:pt x="0" y="0"/>
                  </a:moveTo>
                  <a:lnTo>
                    <a:pt x="0" y="3829"/>
                  </a:lnTo>
                  <a:lnTo>
                    <a:pt x="4786" y="3829"/>
                  </a:lnTo>
                  <a:lnTo>
                    <a:pt x="4786" y="240"/>
                  </a:lnTo>
                  <a:cubicBezTo>
                    <a:pt x="4786" y="106"/>
                    <a:pt x="4680" y="0"/>
                    <a:pt x="4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6410293" y="3066893"/>
              <a:ext cx="125680" cy="100550"/>
            </a:xfrm>
            <a:custGeom>
              <a:rect b="b" l="l" r="r" t="t"/>
              <a:pathLst>
                <a:path extrusionOk="0" h="3829" w="4786">
                  <a:moveTo>
                    <a:pt x="0" y="1"/>
                  </a:moveTo>
                  <a:lnTo>
                    <a:pt x="0" y="3829"/>
                  </a:lnTo>
                  <a:lnTo>
                    <a:pt x="4546" y="3829"/>
                  </a:lnTo>
                  <a:cubicBezTo>
                    <a:pt x="4680" y="3829"/>
                    <a:pt x="4786" y="3714"/>
                    <a:pt x="4786" y="3589"/>
                  </a:cubicBezTo>
                  <a:lnTo>
                    <a:pt x="47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6190130" y="3192547"/>
              <a:ext cx="389830" cy="31433"/>
            </a:xfrm>
            <a:custGeom>
              <a:rect b="b" l="l" r="r" t="t"/>
              <a:pathLst>
                <a:path extrusionOk="0" h="1197" w="14845">
                  <a:moveTo>
                    <a:pt x="240" y="1"/>
                  </a:moveTo>
                  <a:cubicBezTo>
                    <a:pt x="106" y="1"/>
                    <a:pt x="1" y="106"/>
                    <a:pt x="1" y="240"/>
                  </a:cubicBezTo>
                  <a:lnTo>
                    <a:pt x="1" y="718"/>
                  </a:lnTo>
                  <a:cubicBezTo>
                    <a:pt x="1" y="986"/>
                    <a:pt x="211" y="1197"/>
                    <a:pt x="479" y="1197"/>
                  </a:cubicBezTo>
                  <a:lnTo>
                    <a:pt x="14366" y="1197"/>
                  </a:lnTo>
                  <a:cubicBezTo>
                    <a:pt x="14634" y="1197"/>
                    <a:pt x="14844" y="986"/>
                    <a:pt x="14844" y="718"/>
                  </a:cubicBezTo>
                  <a:lnTo>
                    <a:pt x="14844" y="240"/>
                  </a:lnTo>
                  <a:cubicBezTo>
                    <a:pt x="14844" y="106"/>
                    <a:pt x="14739" y="1"/>
                    <a:pt x="146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6190130" y="3192547"/>
              <a:ext cx="389830" cy="12605"/>
            </a:xfrm>
            <a:custGeom>
              <a:rect b="b" l="l" r="r" t="t"/>
              <a:pathLst>
                <a:path extrusionOk="0" h="480" w="14845">
                  <a:moveTo>
                    <a:pt x="240" y="1"/>
                  </a:moveTo>
                  <a:cubicBezTo>
                    <a:pt x="106" y="1"/>
                    <a:pt x="1" y="106"/>
                    <a:pt x="1" y="240"/>
                  </a:cubicBezTo>
                  <a:lnTo>
                    <a:pt x="1" y="479"/>
                  </a:lnTo>
                  <a:lnTo>
                    <a:pt x="14844" y="479"/>
                  </a:lnTo>
                  <a:lnTo>
                    <a:pt x="14844" y="240"/>
                  </a:lnTo>
                  <a:cubicBezTo>
                    <a:pt x="14844" y="106"/>
                    <a:pt x="14739" y="1"/>
                    <a:pt x="146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6347217" y="3192547"/>
              <a:ext cx="75419" cy="18881"/>
            </a:xfrm>
            <a:custGeom>
              <a:rect b="b" l="l" r="r" t="t"/>
              <a:pathLst>
                <a:path extrusionOk="0" h="719" w="2872">
                  <a:moveTo>
                    <a:pt x="0" y="1"/>
                  </a:moveTo>
                  <a:lnTo>
                    <a:pt x="345" y="508"/>
                  </a:lnTo>
                  <a:cubicBezTo>
                    <a:pt x="431" y="642"/>
                    <a:pt x="584" y="718"/>
                    <a:pt x="737" y="718"/>
                  </a:cubicBezTo>
                  <a:lnTo>
                    <a:pt x="2144" y="718"/>
                  </a:lnTo>
                  <a:cubicBezTo>
                    <a:pt x="2297" y="718"/>
                    <a:pt x="2450" y="632"/>
                    <a:pt x="2536" y="508"/>
                  </a:cubicBezTo>
                  <a:lnTo>
                    <a:pt x="2871" y="1"/>
                  </a:ln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6441700" y="3041763"/>
              <a:ext cx="62866" cy="25157"/>
            </a:xfrm>
            <a:custGeom>
              <a:rect b="b" l="l" r="r" t="t"/>
              <a:pathLst>
                <a:path extrusionOk="0" h="958" w="2394">
                  <a:moveTo>
                    <a:pt x="719" y="1"/>
                  </a:moveTo>
                  <a:lnTo>
                    <a:pt x="326" y="125"/>
                  </a:lnTo>
                  <a:cubicBezTo>
                    <a:pt x="135" y="192"/>
                    <a:pt x="1" y="374"/>
                    <a:pt x="1" y="584"/>
                  </a:cubicBezTo>
                  <a:lnTo>
                    <a:pt x="1" y="958"/>
                  </a:lnTo>
                  <a:lnTo>
                    <a:pt x="2393" y="958"/>
                  </a:lnTo>
                  <a:lnTo>
                    <a:pt x="2393" y="584"/>
                  </a:lnTo>
                  <a:cubicBezTo>
                    <a:pt x="2393" y="374"/>
                    <a:pt x="2259" y="192"/>
                    <a:pt x="2068" y="125"/>
                  </a:cubicBezTo>
                  <a:lnTo>
                    <a:pt x="1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6460555" y="3022908"/>
              <a:ext cx="25157" cy="31459"/>
            </a:xfrm>
            <a:custGeom>
              <a:rect b="b" l="l" r="r" t="t"/>
              <a:pathLst>
                <a:path extrusionOk="0" h="1198" w="958">
                  <a:moveTo>
                    <a:pt x="1" y="1"/>
                  </a:moveTo>
                  <a:lnTo>
                    <a:pt x="1" y="719"/>
                  </a:lnTo>
                  <a:cubicBezTo>
                    <a:pt x="1" y="977"/>
                    <a:pt x="211" y="1197"/>
                    <a:pt x="479" y="1197"/>
                  </a:cubicBezTo>
                  <a:cubicBezTo>
                    <a:pt x="737" y="1197"/>
                    <a:pt x="958" y="977"/>
                    <a:pt x="958" y="719"/>
                  </a:cubicBezTo>
                  <a:lnTo>
                    <a:pt x="9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6454279" y="2991501"/>
              <a:ext cx="37709" cy="44012"/>
            </a:xfrm>
            <a:custGeom>
              <a:rect b="b" l="l" r="r" t="t"/>
              <a:pathLst>
                <a:path extrusionOk="0" h="1676" w="1436">
                  <a:moveTo>
                    <a:pt x="479" y="0"/>
                  </a:moveTo>
                  <a:cubicBezTo>
                    <a:pt x="211" y="0"/>
                    <a:pt x="0" y="211"/>
                    <a:pt x="0" y="479"/>
                  </a:cubicBezTo>
                  <a:lnTo>
                    <a:pt x="0" y="957"/>
                  </a:lnTo>
                  <a:cubicBezTo>
                    <a:pt x="0" y="1350"/>
                    <a:pt x="316" y="1675"/>
                    <a:pt x="718" y="1675"/>
                  </a:cubicBezTo>
                  <a:cubicBezTo>
                    <a:pt x="1110" y="1675"/>
                    <a:pt x="1436" y="1350"/>
                    <a:pt x="1436" y="957"/>
                  </a:cubicBezTo>
                  <a:lnTo>
                    <a:pt x="1436" y="479"/>
                  </a:lnTo>
                  <a:cubicBezTo>
                    <a:pt x="1436" y="211"/>
                    <a:pt x="1216" y="0"/>
                    <a:pt x="9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6454069" y="2991501"/>
              <a:ext cx="25367" cy="43907"/>
            </a:xfrm>
            <a:custGeom>
              <a:rect b="b" l="l" r="r" t="t"/>
              <a:pathLst>
                <a:path extrusionOk="0" h="1672" w="966">
                  <a:moveTo>
                    <a:pt x="487" y="0"/>
                  </a:moveTo>
                  <a:cubicBezTo>
                    <a:pt x="219" y="0"/>
                    <a:pt x="8" y="211"/>
                    <a:pt x="8" y="479"/>
                  </a:cubicBezTo>
                  <a:lnTo>
                    <a:pt x="8" y="957"/>
                  </a:lnTo>
                  <a:cubicBezTo>
                    <a:pt x="0" y="1360"/>
                    <a:pt x="338" y="1672"/>
                    <a:pt x="719" y="1672"/>
                  </a:cubicBezTo>
                  <a:cubicBezTo>
                    <a:pt x="800" y="1672"/>
                    <a:pt x="883" y="1658"/>
                    <a:pt x="965" y="1627"/>
                  </a:cubicBezTo>
                  <a:cubicBezTo>
                    <a:pt x="678" y="1522"/>
                    <a:pt x="487" y="1254"/>
                    <a:pt x="487" y="957"/>
                  </a:cubicBezTo>
                  <a:lnTo>
                    <a:pt x="487" y="479"/>
                  </a:lnTo>
                  <a:cubicBezTo>
                    <a:pt x="487" y="211"/>
                    <a:pt x="697" y="0"/>
                    <a:pt x="965" y="0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6454279" y="2991501"/>
              <a:ext cx="37709" cy="18881"/>
            </a:xfrm>
            <a:custGeom>
              <a:rect b="b" l="l" r="r" t="t"/>
              <a:pathLst>
                <a:path extrusionOk="0" h="719" w="1436">
                  <a:moveTo>
                    <a:pt x="479" y="0"/>
                  </a:moveTo>
                  <a:cubicBezTo>
                    <a:pt x="211" y="0"/>
                    <a:pt x="0" y="211"/>
                    <a:pt x="0" y="479"/>
                  </a:cubicBezTo>
                  <a:cubicBezTo>
                    <a:pt x="469" y="613"/>
                    <a:pt x="948" y="699"/>
                    <a:pt x="1436" y="718"/>
                  </a:cubicBezTo>
                  <a:lnTo>
                    <a:pt x="1436" y="479"/>
                  </a:lnTo>
                  <a:cubicBezTo>
                    <a:pt x="1436" y="211"/>
                    <a:pt x="1216" y="0"/>
                    <a:pt x="9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6454279" y="2991501"/>
              <a:ext cx="25157" cy="15598"/>
            </a:xfrm>
            <a:custGeom>
              <a:rect b="b" l="l" r="r" t="t"/>
              <a:pathLst>
                <a:path extrusionOk="0" h="594" w="958">
                  <a:moveTo>
                    <a:pt x="479" y="0"/>
                  </a:moveTo>
                  <a:cubicBezTo>
                    <a:pt x="211" y="0"/>
                    <a:pt x="0" y="211"/>
                    <a:pt x="0" y="479"/>
                  </a:cubicBezTo>
                  <a:cubicBezTo>
                    <a:pt x="153" y="527"/>
                    <a:pt x="316" y="565"/>
                    <a:pt x="479" y="594"/>
                  </a:cubicBezTo>
                  <a:lnTo>
                    <a:pt x="479" y="479"/>
                  </a:lnTo>
                  <a:cubicBezTo>
                    <a:pt x="479" y="211"/>
                    <a:pt x="689" y="0"/>
                    <a:pt x="9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7"/>
            <p:cNvSpPr/>
            <p:nvPr/>
          </p:nvSpPr>
          <p:spPr>
            <a:xfrm>
              <a:off x="6441700" y="3142286"/>
              <a:ext cx="62866" cy="25157"/>
            </a:xfrm>
            <a:custGeom>
              <a:rect b="b" l="l" r="r" t="t"/>
              <a:pathLst>
                <a:path extrusionOk="0" h="958" w="2394">
                  <a:moveTo>
                    <a:pt x="719" y="1"/>
                  </a:moveTo>
                  <a:lnTo>
                    <a:pt x="326" y="135"/>
                  </a:lnTo>
                  <a:cubicBezTo>
                    <a:pt x="135" y="192"/>
                    <a:pt x="1" y="374"/>
                    <a:pt x="1" y="584"/>
                  </a:cubicBezTo>
                  <a:lnTo>
                    <a:pt x="1" y="958"/>
                  </a:lnTo>
                  <a:lnTo>
                    <a:pt x="2393" y="958"/>
                  </a:lnTo>
                  <a:lnTo>
                    <a:pt x="2393" y="584"/>
                  </a:lnTo>
                  <a:cubicBezTo>
                    <a:pt x="2393" y="374"/>
                    <a:pt x="2259" y="192"/>
                    <a:pt x="2068" y="135"/>
                  </a:cubicBezTo>
                  <a:lnTo>
                    <a:pt x="16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6460555" y="3123431"/>
              <a:ext cx="25157" cy="31459"/>
            </a:xfrm>
            <a:custGeom>
              <a:rect b="b" l="l" r="r" t="t"/>
              <a:pathLst>
                <a:path extrusionOk="0" h="1198" w="958">
                  <a:moveTo>
                    <a:pt x="1" y="1"/>
                  </a:moveTo>
                  <a:lnTo>
                    <a:pt x="1" y="719"/>
                  </a:lnTo>
                  <a:cubicBezTo>
                    <a:pt x="1" y="977"/>
                    <a:pt x="211" y="1197"/>
                    <a:pt x="479" y="1197"/>
                  </a:cubicBezTo>
                  <a:cubicBezTo>
                    <a:pt x="737" y="1197"/>
                    <a:pt x="958" y="977"/>
                    <a:pt x="958" y="719"/>
                  </a:cubicBezTo>
                  <a:lnTo>
                    <a:pt x="9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6454279" y="3092024"/>
              <a:ext cx="37709" cy="44012"/>
            </a:xfrm>
            <a:custGeom>
              <a:rect b="b" l="l" r="r" t="t"/>
              <a:pathLst>
                <a:path extrusionOk="0" h="1676" w="1436">
                  <a:moveTo>
                    <a:pt x="479" y="1"/>
                  </a:moveTo>
                  <a:cubicBezTo>
                    <a:pt x="211" y="1"/>
                    <a:pt x="0" y="211"/>
                    <a:pt x="0" y="479"/>
                  </a:cubicBezTo>
                  <a:lnTo>
                    <a:pt x="0" y="958"/>
                  </a:lnTo>
                  <a:cubicBezTo>
                    <a:pt x="0" y="1350"/>
                    <a:pt x="316" y="1675"/>
                    <a:pt x="718" y="1675"/>
                  </a:cubicBezTo>
                  <a:cubicBezTo>
                    <a:pt x="1110" y="1675"/>
                    <a:pt x="1436" y="1350"/>
                    <a:pt x="1436" y="958"/>
                  </a:cubicBezTo>
                  <a:lnTo>
                    <a:pt x="1436" y="479"/>
                  </a:lnTo>
                  <a:cubicBezTo>
                    <a:pt x="1436" y="211"/>
                    <a:pt x="1216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6454069" y="3092024"/>
              <a:ext cx="25367" cy="43933"/>
            </a:xfrm>
            <a:custGeom>
              <a:rect b="b" l="l" r="r" t="t"/>
              <a:pathLst>
                <a:path extrusionOk="0" h="1673" w="966">
                  <a:moveTo>
                    <a:pt x="487" y="1"/>
                  </a:moveTo>
                  <a:cubicBezTo>
                    <a:pt x="219" y="1"/>
                    <a:pt x="8" y="211"/>
                    <a:pt x="8" y="479"/>
                  </a:cubicBezTo>
                  <a:lnTo>
                    <a:pt x="8" y="958"/>
                  </a:lnTo>
                  <a:cubicBezTo>
                    <a:pt x="0" y="1367"/>
                    <a:pt x="335" y="1672"/>
                    <a:pt x="715" y="1672"/>
                  </a:cubicBezTo>
                  <a:cubicBezTo>
                    <a:pt x="798" y="1672"/>
                    <a:pt x="882" y="1658"/>
                    <a:pt x="965" y="1628"/>
                  </a:cubicBezTo>
                  <a:cubicBezTo>
                    <a:pt x="678" y="1532"/>
                    <a:pt x="487" y="1254"/>
                    <a:pt x="487" y="958"/>
                  </a:cubicBezTo>
                  <a:lnTo>
                    <a:pt x="487" y="479"/>
                  </a:lnTo>
                  <a:cubicBezTo>
                    <a:pt x="487" y="211"/>
                    <a:pt x="697" y="1"/>
                    <a:pt x="965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6454279" y="3092024"/>
              <a:ext cx="37709" cy="18881"/>
            </a:xfrm>
            <a:custGeom>
              <a:rect b="b" l="l" r="r" t="t"/>
              <a:pathLst>
                <a:path extrusionOk="0" h="719" w="1436">
                  <a:moveTo>
                    <a:pt x="479" y="1"/>
                  </a:moveTo>
                  <a:cubicBezTo>
                    <a:pt x="211" y="1"/>
                    <a:pt x="0" y="211"/>
                    <a:pt x="0" y="479"/>
                  </a:cubicBezTo>
                  <a:cubicBezTo>
                    <a:pt x="469" y="613"/>
                    <a:pt x="948" y="699"/>
                    <a:pt x="1436" y="718"/>
                  </a:cubicBezTo>
                  <a:lnTo>
                    <a:pt x="1436" y="479"/>
                  </a:lnTo>
                  <a:cubicBezTo>
                    <a:pt x="1436" y="211"/>
                    <a:pt x="1216" y="1"/>
                    <a:pt x="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6454279" y="3092024"/>
              <a:ext cx="25157" cy="15598"/>
            </a:xfrm>
            <a:custGeom>
              <a:rect b="b" l="l" r="r" t="t"/>
              <a:pathLst>
                <a:path extrusionOk="0" h="594" w="958">
                  <a:moveTo>
                    <a:pt x="479" y="1"/>
                  </a:moveTo>
                  <a:cubicBezTo>
                    <a:pt x="211" y="1"/>
                    <a:pt x="0" y="211"/>
                    <a:pt x="0" y="479"/>
                  </a:cubicBezTo>
                  <a:cubicBezTo>
                    <a:pt x="153" y="527"/>
                    <a:pt x="316" y="565"/>
                    <a:pt x="479" y="594"/>
                  </a:cubicBezTo>
                  <a:lnTo>
                    <a:pt x="479" y="479"/>
                  </a:lnTo>
                  <a:cubicBezTo>
                    <a:pt x="479" y="211"/>
                    <a:pt x="689" y="1"/>
                    <a:pt x="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6284377" y="3048039"/>
              <a:ext cx="75419" cy="94273"/>
            </a:xfrm>
            <a:custGeom>
              <a:rect b="b" l="l" r="r" t="t"/>
              <a:pathLst>
                <a:path extrusionOk="0" h="3590" w="2872">
                  <a:moveTo>
                    <a:pt x="967" y="1"/>
                  </a:moveTo>
                  <a:lnTo>
                    <a:pt x="967" y="479"/>
                  </a:lnTo>
                  <a:cubicBezTo>
                    <a:pt x="958" y="565"/>
                    <a:pt x="910" y="652"/>
                    <a:pt x="833" y="690"/>
                  </a:cubicBezTo>
                  <a:lnTo>
                    <a:pt x="269" y="967"/>
                  </a:lnTo>
                  <a:cubicBezTo>
                    <a:pt x="106" y="1053"/>
                    <a:pt x="1" y="1216"/>
                    <a:pt x="1" y="1398"/>
                  </a:cubicBezTo>
                  <a:lnTo>
                    <a:pt x="1" y="3350"/>
                  </a:lnTo>
                  <a:cubicBezTo>
                    <a:pt x="1" y="3484"/>
                    <a:pt x="116" y="3590"/>
                    <a:pt x="240" y="3590"/>
                  </a:cubicBezTo>
                  <a:lnTo>
                    <a:pt x="2633" y="3590"/>
                  </a:lnTo>
                  <a:cubicBezTo>
                    <a:pt x="2767" y="3590"/>
                    <a:pt x="2872" y="3484"/>
                    <a:pt x="2872" y="3350"/>
                  </a:cubicBezTo>
                  <a:lnTo>
                    <a:pt x="2872" y="1398"/>
                  </a:lnTo>
                  <a:cubicBezTo>
                    <a:pt x="2872" y="1216"/>
                    <a:pt x="2776" y="1053"/>
                    <a:pt x="2613" y="967"/>
                  </a:cubicBezTo>
                  <a:lnTo>
                    <a:pt x="2049" y="690"/>
                  </a:lnTo>
                  <a:cubicBezTo>
                    <a:pt x="1972" y="652"/>
                    <a:pt x="1924" y="565"/>
                    <a:pt x="1924" y="479"/>
                  </a:cubicBezTo>
                  <a:lnTo>
                    <a:pt x="19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6308247" y="3048039"/>
              <a:ext cx="27678" cy="18750"/>
            </a:xfrm>
            <a:custGeom>
              <a:rect b="b" l="l" r="r" t="t"/>
              <a:pathLst>
                <a:path extrusionOk="0" h="714" w="1054">
                  <a:moveTo>
                    <a:pt x="49" y="1"/>
                  </a:moveTo>
                  <a:lnTo>
                    <a:pt x="49" y="479"/>
                  </a:lnTo>
                  <a:cubicBezTo>
                    <a:pt x="49" y="527"/>
                    <a:pt x="30" y="575"/>
                    <a:pt x="1" y="613"/>
                  </a:cubicBezTo>
                  <a:cubicBezTo>
                    <a:pt x="168" y="680"/>
                    <a:pt x="348" y="714"/>
                    <a:pt x="527" y="714"/>
                  </a:cubicBezTo>
                  <a:cubicBezTo>
                    <a:pt x="707" y="714"/>
                    <a:pt x="886" y="680"/>
                    <a:pt x="1054" y="613"/>
                  </a:cubicBezTo>
                  <a:cubicBezTo>
                    <a:pt x="1025" y="575"/>
                    <a:pt x="1006" y="527"/>
                    <a:pt x="1006" y="479"/>
                  </a:cubicBezTo>
                  <a:lnTo>
                    <a:pt x="1006" y="1"/>
                  </a:ln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6284377" y="3067891"/>
              <a:ext cx="75681" cy="74421"/>
            </a:xfrm>
            <a:custGeom>
              <a:rect b="b" l="l" r="r" t="t"/>
              <a:pathLst>
                <a:path extrusionOk="0" h="2834" w="2882">
                  <a:moveTo>
                    <a:pt x="709" y="1"/>
                  </a:moveTo>
                  <a:lnTo>
                    <a:pt x="269" y="211"/>
                  </a:lnTo>
                  <a:cubicBezTo>
                    <a:pt x="106" y="297"/>
                    <a:pt x="1" y="460"/>
                    <a:pt x="1" y="642"/>
                  </a:cubicBezTo>
                  <a:lnTo>
                    <a:pt x="1" y="2594"/>
                  </a:lnTo>
                  <a:cubicBezTo>
                    <a:pt x="1" y="2728"/>
                    <a:pt x="116" y="2834"/>
                    <a:pt x="240" y="2834"/>
                  </a:cubicBezTo>
                  <a:lnTo>
                    <a:pt x="2633" y="2834"/>
                  </a:lnTo>
                  <a:cubicBezTo>
                    <a:pt x="2767" y="2834"/>
                    <a:pt x="2872" y="2728"/>
                    <a:pt x="2872" y="2594"/>
                  </a:cubicBezTo>
                  <a:lnTo>
                    <a:pt x="2872" y="642"/>
                  </a:lnTo>
                  <a:cubicBezTo>
                    <a:pt x="2881" y="460"/>
                    <a:pt x="2776" y="297"/>
                    <a:pt x="2613" y="211"/>
                  </a:cubicBezTo>
                  <a:lnTo>
                    <a:pt x="2173" y="1"/>
                  </a:lnTo>
                  <a:cubicBezTo>
                    <a:pt x="1987" y="230"/>
                    <a:pt x="1714" y="345"/>
                    <a:pt x="1441" y="345"/>
                  </a:cubicBezTo>
                  <a:cubicBezTo>
                    <a:pt x="1168" y="345"/>
                    <a:pt x="896" y="230"/>
                    <a:pt x="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6296955" y="2997777"/>
              <a:ext cx="50288" cy="56590"/>
            </a:xfrm>
            <a:custGeom>
              <a:rect b="b" l="l" r="r" t="t"/>
              <a:pathLst>
                <a:path extrusionOk="0" h="2155" w="1915">
                  <a:moveTo>
                    <a:pt x="718" y="1"/>
                  </a:moveTo>
                  <a:cubicBezTo>
                    <a:pt x="326" y="1"/>
                    <a:pt x="0" y="317"/>
                    <a:pt x="0" y="718"/>
                  </a:cubicBezTo>
                  <a:lnTo>
                    <a:pt x="0" y="1197"/>
                  </a:lnTo>
                  <a:cubicBezTo>
                    <a:pt x="0" y="1723"/>
                    <a:pt x="431" y="2154"/>
                    <a:pt x="957" y="2154"/>
                  </a:cubicBezTo>
                  <a:cubicBezTo>
                    <a:pt x="1484" y="2154"/>
                    <a:pt x="1914" y="1723"/>
                    <a:pt x="1914" y="1197"/>
                  </a:cubicBezTo>
                  <a:lnTo>
                    <a:pt x="1914" y="718"/>
                  </a:lnTo>
                  <a:cubicBezTo>
                    <a:pt x="1914" y="317"/>
                    <a:pt x="1589" y="1"/>
                    <a:pt x="11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6296955" y="2997777"/>
              <a:ext cx="34689" cy="56485"/>
            </a:xfrm>
            <a:custGeom>
              <a:rect b="b" l="l" r="r" t="t"/>
              <a:pathLst>
                <a:path extrusionOk="0" h="2151" w="1321">
                  <a:moveTo>
                    <a:pt x="718" y="1"/>
                  </a:moveTo>
                  <a:cubicBezTo>
                    <a:pt x="326" y="1"/>
                    <a:pt x="0" y="317"/>
                    <a:pt x="0" y="718"/>
                  </a:cubicBezTo>
                  <a:lnTo>
                    <a:pt x="0" y="1197"/>
                  </a:lnTo>
                  <a:cubicBezTo>
                    <a:pt x="0" y="1745"/>
                    <a:pt x="449" y="2150"/>
                    <a:pt x="954" y="2150"/>
                  </a:cubicBezTo>
                  <a:cubicBezTo>
                    <a:pt x="1075" y="2150"/>
                    <a:pt x="1199" y="2127"/>
                    <a:pt x="1321" y="2077"/>
                  </a:cubicBezTo>
                  <a:cubicBezTo>
                    <a:pt x="957" y="1934"/>
                    <a:pt x="718" y="1580"/>
                    <a:pt x="718" y="1197"/>
                  </a:cubicBezTo>
                  <a:lnTo>
                    <a:pt x="718" y="718"/>
                  </a:lnTo>
                  <a:cubicBezTo>
                    <a:pt x="718" y="364"/>
                    <a:pt x="967" y="68"/>
                    <a:pt x="1321" y="10"/>
                  </a:cubicBezTo>
                  <a:cubicBezTo>
                    <a:pt x="1273" y="1"/>
                    <a:pt x="1235" y="1"/>
                    <a:pt x="1197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6296955" y="2997777"/>
              <a:ext cx="50288" cy="25157"/>
            </a:xfrm>
            <a:custGeom>
              <a:rect b="b" l="l" r="r" t="t"/>
              <a:pathLst>
                <a:path extrusionOk="0" h="958" w="1915">
                  <a:moveTo>
                    <a:pt x="718" y="1"/>
                  </a:moveTo>
                  <a:cubicBezTo>
                    <a:pt x="326" y="1"/>
                    <a:pt x="0" y="317"/>
                    <a:pt x="0" y="718"/>
                  </a:cubicBezTo>
                  <a:cubicBezTo>
                    <a:pt x="0" y="718"/>
                    <a:pt x="718" y="958"/>
                    <a:pt x="1914" y="958"/>
                  </a:cubicBezTo>
                  <a:lnTo>
                    <a:pt x="1914" y="718"/>
                  </a:lnTo>
                  <a:cubicBezTo>
                    <a:pt x="1914" y="317"/>
                    <a:pt x="1589" y="1"/>
                    <a:pt x="1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6296955" y="2997777"/>
              <a:ext cx="34689" cy="22899"/>
            </a:xfrm>
            <a:custGeom>
              <a:rect b="b" l="l" r="r" t="t"/>
              <a:pathLst>
                <a:path extrusionOk="0" h="872" w="1321">
                  <a:moveTo>
                    <a:pt x="718" y="1"/>
                  </a:moveTo>
                  <a:cubicBezTo>
                    <a:pt x="326" y="1"/>
                    <a:pt x="0" y="317"/>
                    <a:pt x="0" y="718"/>
                  </a:cubicBezTo>
                  <a:cubicBezTo>
                    <a:pt x="240" y="785"/>
                    <a:pt x="479" y="833"/>
                    <a:pt x="718" y="872"/>
                  </a:cubicBezTo>
                  <a:lnTo>
                    <a:pt x="718" y="718"/>
                  </a:lnTo>
                  <a:cubicBezTo>
                    <a:pt x="718" y="364"/>
                    <a:pt x="967" y="68"/>
                    <a:pt x="1321" y="10"/>
                  </a:cubicBezTo>
                  <a:cubicBezTo>
                    <a:pt x="1273" y="1"/>
                    <a:pt x="1235" y="1"/>
                    <a:pt x="1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6284377" y="3078947"/>
              <a:ext cx="31459" cy="63365"/>
            </a:xfrm>
            <a:custGeom>
              <a:rect b="b" l="l" r="r" t="t"/>
              <a:pathLst>
                <a:path extrusionOk="0" h="2413" w="1198">
                  <a:moveTo>
                    <a:pt x="58" y="1"/>
                  </a:moveTo>
                  <a:cubicBezTo>
                    <a:pt x="20" y="68"/>
                    <a:pt x="1" y="144"/>
                    <a:pt x="1" y="221"/>
                  </a:cubicBezTo>
                  <a:lnTo>
                    <a:pt x="1" y="2173"/>
                  </a:lnTo>
                  <a:cubicBezTo>
                    <a:pt x="1" y="2307"/>
                    <a:pt x="106" y="2413"/>
                    <a:pt x="240" y="2413"/>
                  </a:cubicBezTo>
                  <a:lnTo>
                    <a:pt x="1197" y="2413"/>
                  </a:lnTo>
                  <a:lnTo>
                    <a:pt x="1197" y="1934"/>
                  </a:lnTo>
                  <a:lnTo>
                    <a:pt x="958" y="1934"/>
                  </a:lnTo>
                  <a:cubicBezTo>
                    <a:pt x="824" y="1934"/>
                    <a:pt x="719" y="1829"/>
                    <a:pt x="719" y="1695"/>
                  </a:cubicBezTo>
                  <a:lnTo>
                    <a:pt x="719" y="738"/>
                  </a:lnTo>
                  <a:cubicBezTo>
                    <a:pt x="719" y="585"/>
                    <a:pt x="652" y="441"/>
                    <a:pt x="527" y="355"/>
                  </a:cubicBezTo>
                  <a:lnTo>
                    <a:pt x="58" y="1"/>
                  </a:ln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6328625" y="3078947"/>
              <a:ext cx="31433" cy="63365"/>
            </a:xfrm>
            <a:custGeom>
              <a:rect b="b" l="l" r="r" t="t"/>
              <a:pathLst>
                <a:path extrusionOk="0" h="2413" w="1197">
                  <a:moveTo>
                    <a:pt x="1139" y="1"/>
                  </a:moveTo>
                  <a:lnTo>
                    <a:pt x="670" y="355"/>
                  </a:lnTo>
                  <a:cubicBezTo>
                    <a:pt x="546" y="441"/>
                    <a:pt x="479" y="585"/>
                    <a:pt x="479" y="738"/>
                  </a:cubicBezTo>
                  <a:lnTo>
                    <a:pt x="479" y="1695"/>
                  </a:lnTo>
                  <a:cubicBezTo>
                    <a:pt x="479" y="1829"/>
                    <a:pt x="364" y="1934"/>
                    <a:pt x="239" y="1934"/>
                  </a:cubicBezTo>
                  <a:lnTo>
                    <a:pt x="0" y="1934"/>
                  </a:lnTo>
                  <a:lnTo>
                    <a:pt x="0" y="2413"/>
                  </a:lnTo>
                  <a:lnTo>
                    <a:pt x="957" y="2413"/>
                  </a:lnTo>
                  <a:cubicBezTo>
                    <a:pt x="1082" y="2413"/>
                    <a:pt x="1196" y="2307"/>
                    <a:pt x="1196" y="2173"/>
                  </a:cubicBezTo>
                  <a:lnTo>
                    <a:pt x="1196" y="221"/>
                  </a:lnTo>
                  <a:cubicBezTo>
                    <a:pt x="1196" y="144"/>
                    <a:pt x="1168" y="68"/>
                    <a:pt x="1139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6309770" y="3129734"/>
              <a:ext cx="25157" cy="12579"/>
            </a:xfrm>
            <a:custGeom>
              <a:rect b="b" l="l" r="r" t="t"/>
              <a:pathLst>
                <a:path extrusionOk="0" h="479" w="958">
                  <a:moveTo>
                    <a:pt x="0" y="0"/>
                  </a:moveTo>
                  <a:lnTo>
                    <a:pt x="0" y="479"/>
                  </a:lnTo>
                  <a:lnTo>
                    <a:pt x="957" y="479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"/>
          <p:cNvSpPr txBox="1"/>
          <p:nvPr>
            <p:ph type="title"/>
          </p:nvPr>
        </p:nvSpPr>
        <p:spPr>
          <a:xfrm>
            <a:off x="109925" y="119325"/>
            <a:ext cx="71460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fr" sz="4500"/>
              <a:t>Ključne karakteristike:</a:t>
            </a:r>
            <a:endParaRPr sz="4500"/>
          </a:p>
        </p:txBody>
      </p:sp>
      <p:sp>
        <p:nvSpPr>
          <p:cNvPr id="860" name="Google Shape;860;p8"/>
          <p:cNvSpPr/>
          <p:nvPr/>
        </p:nvSpPr>
        <p:spPr>
          <a:xfrm rot="5400000">
            <a:off x="4504585" y="318058"/>
            <a:ext cx="5694048" cy="4507380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1" name="Google Shape;861;p8"/>
          <p:cNvGrpSpPr/>
          <p:nvPr/>
        </p:nvGrpSpPr>
        <p:grpSpPr>
          <a:xfrm rot="10800000">
            <a:off x="4106488" y="1045950"/>
            <a:ext cx="3415469" cy="3363814"/>
            <a:chOff x="1936588" y="764768"/>
            <a:chExt cx="3415469" cy="3363814"/>
          </a:xfrm>
        </p:grpSpPr>
        <p:grpSp>
          <p:nvGrpSpPr>
            <p:cNvPr id="862" name="Google Shape;862;p8"/>
            <p:cNvGrpSpPr/>
            <p:nvPr/>
          </p:nvGrpSpPr>
          <p:grpSpPr>
            <a:xfrm>
              <a:off x="1936588" y="764768"/>
              <a:ext cx="3415469" cy="2232068"/>
              <a:chOff x="-5203576" y="3100143"/>
              <a:chExt cx="1888982" cy="1234483"/>
            </a:xfrm>
          </p:grpSpPr>
          <p:sp>
            <p:nvSpPr>
              <p:cNvPr id="863" name="Google Shape;863;p8"/>
              <p:cNvSpPr/>
              <p:nvPr/>
            </p:nvSpPr>
            <p:spPr>
              <a:xfrm>
                <a:off x="-4185447" y="4256976"/>
                <a:ext cx="81075" cy="77650"/>
              </a:xfrm>
              <a:custGeom>
                <a:rect b="b" l="l" r="r" t="t"/>
                <a:pathLst>
                  <a:path extrusionOk="0" h="3106" w="3243">
                    <a:moveTo>
                      <a:pt x="1618" y="0"/>
                    </a:moveTo>
                    <a:cubicBezTo>
                      <a:pt x="1488" y="0"/>
                      <a:pt x="1359" y="87"/>
                      <a:pt x="1370" y="261"/>
                    </a:cubicBezTo>
                    <a:lnTo>
                      <a:pt x="1370" y="1305"/>
                    </a:lnTo>
                    <a:lnTo>
                      <a:pt x="326" y="1305"/>
                    </a:lnTo>
                    <a:cubicBezTo>
                      <a:pt x="0" y="1305"/>
                      <a:pt x="0" y="1801"/>
                      <a:pt x="326" y="1801"/>
                    </a:cubicBezTo>
                    <a:lnTo>
                      <a:pt x="1370" y="1801"/>
                    </a:lnTo>
                    <a:lnTo>
                      <a:pt x="1370" y="2845"/>
                    </a:lnTo>
                    <a:cubicBezTo>
                      <a:pt x="1359" y="3019"/>
                      <a:pt x="1488" y="3106"/>
                      <a:pt x="1618" y="3106"/>
                    </a:cubicBezTo>
                    <a:cubicBezTo>
                      <a:pt x="1748" y="3106"/>
                      <a:pt x="1877" y="3019"/>
                      <a:pt x="1866" y="2845"/>
                    </a:cubicBezTo>
                    <a:lnTo>
                      <a:pt x="1866" y="1801"/>
                    </a:lnTo>
                    <a:lnTo>
                      <a:pt x="2910" y="1801"/>
                    </a:lnTo>
                    <a:cubicBezTo>
                      <a:pt x="3243" y="1801"/>
                      <a:pt x="3243" y="1305"/>
                      <a:pt x="2910" y="1305"/>
                    </a:cubicBezTo>
                    <a:lnTo>
                      <a:pt x="1866" y="1305"/>
                    </a:lnTo>
                    <a:lnTo>
                      <a:pt x="1866" y="261"/>
                    </a:lnTo>
                    <a:cubicBezTo>
                      <a:pt x="1877" y="87"/>
                      <a:pt x="1748" y="0"/>
                      <a:pt x="16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>
                <a:off x="-5203576" y="3962558"/>
                <a:ext cx="54050" cy="46300"/>
              </a:xfrm>
              <a:custGeom>
                <a:rect b="b" l="l" r="r" t="t"/>
                <a:pathLst>
                  <a:path extrusionOk="0" h="1852" w="2162">
                    <a:moveTo>
                      <a:pt x="1236" y="497"/>
                    </a:moveTo>
                    <a:cubicBezTo>
                      <a:pt x="1481" y="497"/>
                      <a:pt x="1673" y="689"/>
                      <a:pt x="1673" y="926"/>
                    </a:cubicBezTo>
                    <a:cubicBezTo>
                      <a:pt x="1673" y="1186"/>
                      <a:pt x="1460" y="1358"/>
                      <a:pt x="1238" y="1358"/>
                    </a:cubicBezTo>
                    <a:cubicBezTo>
                      <a:pt x="1131" y="1358"/>
                      <a:pt x="1022" y="1318"/>
                      <a:pt x="933" y="1230"/>
                    </a:cubicBezTo>
                    <a:cubicBezTo>
                      <a:pt x="659" y="963"/>
                      <a:pt x="851" y="497"/>
                      <a:pt x="1236" y="497"/>
                    </a:cubicBezTo>
                    <a:close/>
                    <a:moveTo>
                      <a:pt x="1233" y="1"/>
                    </a:moveTo>
                    <a:cubicBezTo>
                      <a:pt x="1006" y="1"/>
                      <a:pt x="774" y="85"/>
                      <a:pt x="585" y="275"/>
                    </a:cubicBezTo>
                    <a:cubicBezTo>
                      <a:pt x="0" y="859"/>
                      <a:pt x="415" y="1851"/>
                      <a:pt x="1236" y="1851"/>
                    </a:cubicBezTo>
                    <a:cubicBezTo>
                      <a:pt x="1747" y="1851"/>
                      <a:pt x="2162" y="1437"/>
                      <a:pt x="2162" y="926"/>
                    </a:cubicBezTo>
                    <a:cubicBezTo>
                      <a:pt x="2162" y="370"/>
                      <a:pt x="1708" y="1"/>
                      <a:pt x="1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>
                <a:off x="-3368844" y="3100143"/>
                <a:ext cx="54250" cy="46400"/>
              </a:xfrm>
              <a:custGeom>
                <a:rect b="b" l="l" r="r" t="t"/>
                <a:pathLst>
                  <a:path extrusionOk="0" h="1856" w="2170">
                    <a:moveTo>
                      <a:pt x="1244" y="493"/>
                    </a:moveTo>
                    <a:cubicBezTo>
                      <a:pt x="1481" y="493"/>
                      <a:pt x="1673" y="686"/>
                      <a:pt x="1673" y="930"/>
                    </a:cubicBezTo>
                    <a:cubicBezTo>
                      <a:pt x="1673" y="1190"/>
                      <a:pt x="1461" y="1362"/>
                      <a:pt x="1238" y="1362"/>
                    </a:cubicBezTo>
                    <a:cubicBezTo>
                      <a:pt x="1131" y="1362"/>
                      <a:pt x="1022" y="1322"/>
                      <a:pt x="933" y="1233"/>
                    </a:cubicBezTo>
                    <a:cubicBezTo>
                      <a:pt x="659" y="960"/>
                      <a:pt x="852" y="493"/>
                      <a:pt x="1244" y="493"/>
                    </a:cubicBezTo>
                    <a:close/>
                    <a:moveTo>
                      <a:pt x="1234" y="1"/>
                    </a:moveTo>
                    <a:cubicBezTo>
                      <a:pt x="1006" y="1"/>
                      <a:pt x="774" y="84"/>
                      <a:pt x="585" y="271"/>
                    </a:cubicBezTo>
                    <a:cubicBezTo>
                      <a:pt x="0" y="856"/>
                      <a:pt x="415" y="1855"/>
                      <a:pt x="1244" y="1855"/>
                    </a:cubicBezTo>
                    <a:cubicBezTo>
                      <a:pt x="1755" y="1855"/>
                      <a:pt x="2169" y="1441"/>
                      <a:pt x="2169" y="930"/>
                    </a:cubicBezTo>
                    <a:cubicBezTo>
                      <a:pt x="2169" y="369"/>
                      <a:pt x="1711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6" name="Google Shape;866;p8"/>
            <p:cNvSpPr/>
            <p:nvPr/>
          </p:nvSpPr>
          <p:spPr>
            <a:xfrm>
              <a:off x="4788823" y="4044867"/>
              <a:ext cx="97728" cy="83715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2107190" y="1041935"/>
              <a:ext cx="146275" cy="139178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8" name="Google Shape;868;p8"/>
          <p:cNvGrpSpPr/>
          <p:nvPr/>
        </p:nvGrpSpPr>
        <p:grpSpPr>
          <a:xfrm>
            <a:off x="6440646" y="-821685"/>
            <a:ext cx="847271" cy="2087743"/>
            <a:chOff x="6288246" y="-2269485"/>
            <a:chExt cx="847271" cy="2087743"/>
          </a:xfrm>
        </p:grpSpPr>
        <p:sp>
          <p:nvSpPr>
            <p:cNvPr id="869" name="Google Shape;869;p8"/>
            <p:cNvSpPr/>
            <p:nvPr/>
          </p:nvSpPr>
          <p:spPr>
            <a:xfrm flipH="1" rot="-6257040">
              <a:off x="6751486" y="-665638"/>
              <a:ext cx="326805" cy="37212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8"/>
            <p:cNvSpPr/>
            <p:nvPr/>
          </p:nvSpPr>
          <p:spPr>
            <a:xfrm flipH="1" rot="-6257040">
              <a:off x="6907408" y="-319749"/>
              <a:ext cx="128701" cy="121351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8"/>
            <p:cNvSpPr/>
            <p:nvPr/>
          </p:nvSpPr>
          <p:spPr>
            <a:xfrm flipH="1" rot="-6257040">
              <a:off x="5971438" y="-1335574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8"/>
            <p:cNvSpPr/>
            <p:nvPr/>
          </p:nvSpPr>
          <p:spPr>
            <a:xfrm flipH="1" rot="-6257040">
              <a:off x="6093377" y="-1366620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8"/>
            <p:cNvSpPr/>
            <p:nvPr/>
          </p:nvSpPr>
          <p:spPr>
            <a:xfrm flipH="1" rot="-6257040">
              <a:off x="5849498" y="-1304528"/>
              <a:ext cx="1483349" cy="125868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8"/>
            <p:cNvSpPr/>
            <p:nvPr/>
          </p:nvSpPr>
          <p:spPr>
            <a:xfrm flipH="1" rot="-6257040">
              <a:off x="6493568" y="-2142235"/>
              <a:ext cx="92410" cy="37752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8"/>
            <p:cNvSpPr/>
            <p:nvPr/>
          </p:nvSpPr>
          <p:spPr>
            <a:xfrm flipH="1" rot="-6257040">
              <a:off x="6383844" y="-2299325"/>
              <a:ext cx="231868" cy="37752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6" name="Google Shape;876;p8"/>
          <p:cNvGrpSpPr/>
          <p:nvPr/>
        </p:nvGrpSpPr>
        <p:grpSpPr>
          <a:xfrm>
            <a:off x="7032993" y="652953"/>
            <a:ext cx="1782586" cy="2778660"/>
            <a:chOff x="7032993" y="652953"/>
            <a:chExt cx="1782586" cy="2778660"/>
          </a:xfrm>
        </p:grpSpPr>
        <p:grpSp>
          <p:nvGrpSpPr>
            <p:cNvPr id="877" name="Google Shape;877;p8"/>
            <p:cNvGrpSpPr/>
            <p:nvPr/>
          </p:nvGrpSpPr>
          <p:grpSpPr>
            <a:xfrm>
              <a:off x="7032993" y="652953"/>
              <a:ext cx="1782586" cy="2778660"/>
              <a:chOff x="7032993" y="652953"/>
              <a:chExt cx="1782586" cy="2778660"/>
            </a:xfrm>
          </p:grpSpPr>
          <p:grpSp>
            <p:nvGrpSpPr>
              <p:cNvPr id="878" name="Google Shape;878;p8"/>
              <p:cNvGrpSpPr/>
              <p:nvPr/>
            </p:nvGrpSpPr>
            <p:grpSpPr>
              <a:xfrm rot="651070">
                <a:off x="7263656" y="754293"/>
                <a:ext cx="1321261" cy="2575981"/>
                <a:chOff x="6556025" y="3426625"/>
                <a:chExt cx="557835" cy="1087676"/>
              </a:xfrm>
            </p:grpSpPr>
            <p:sp>
              <p:nvSpPr>
                <p:cNvPr id="879" name="Google Shape;879;p8"/>
                <p:cNvSpPr/>
                <p:nvPr/>
              </p:nvSpPr>
              <p:spPr>
                <a:xfrm rot="-651066">
                  <a:off x="6611127" y="4377723"/>
                  <a:ext cx="498678" cy="90447"/>
                </a:xfrm>
                <a:custGeom>
                  <a:rect b="b" l="l" r="r" t="t"/>
                  <a:pathLst>
                    <a:path extrusionOk="0" h="3618" w="26445">
                      <a:moveTo>
                        <a:pt x="13222" y="1"/>
                      </a:moveTo>
                      <a:cubicBezTo>
                        <a:pt x="5927" y="1"/>
                        <a:pt x="0" y="821"/>
                        <a:pt x="0" y="1824"/>
                      </a:cubicBezTo>
                      <a:cubicBezTo>
                        <a:pt x="0" y="2827"/>
                        <a:pt x="5927" y="3618"/>
                        <a:pt x="13222" y="3618"/>
                      </a:cubicBezTo>
                      <a:cubicBezTo>
                        <a:pt x="20517" y="3618"/>
                        <a:pt x="26444" y="2827"/>
                        <a:pt x="26444" y="1824"/>
                      </a:cubicBezTo>
                      <a:cubicBezTo>
                        <a:pt x="26444" y="821"/>
                        <a:pt x="20517" y="1"/>
                        <a:pt x="13222" y="1"/>
                      </a:cubicBezTo>
                      <a:close/>
                    </a:path>
                  </a:pathLst>
                </a:custGeom>
                <a:solidFill>
                  <a:srgbClr val="2D3962">
                    <a:alpha val="15294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0" name="Google Shape;880;p8"/>
                <p:cNvSpPr/>
                <p:nvPr/>
              </p:nvSpPr>
              <p:spPr>
                <a:xfrm>
                  <a:off x="6556025" y="3426625"/>
                  <a:ext cx="494700" cy="987125"/>
                </a:xfrm>
                <a:custGeom>
                  <a:rect b="b" l="l" r="r" t="t"/>
                  <a:pathLst>
                    <a:path extrusionOk="0" h="39485" w="19788">
                      <a:moveTo>
                        <a:pt x="18754" y="4013"/>
                      </a:moveTo>
                      <a:lnTo>
                        <a:pt x="18754" y="35472"/>
                      </a:lnTo>
                      <a:lnTo>
                        <a:pt x="1064" y="35472"/>
                      </a:lnTo>
                      <a:lnTo>
                        <a:pt x="1064" y="4013"/>
                      </a:lnTo>
                      <a:close/>
                      <a:moveTo>
                        <a:pt x="1854" y="0"/>
                      </a:moveTo>
                      <a:cubicBezTo>
                        <a:pt x="821" y="0"/>
                        <a:pt x="0" y="821"/>
                        <a:pt x="0" y="1824"/>
                      </a:cubicBezTo>
                      <a:lnTo>
                        <a:pt x="0" y="37630"/>
                      </a:lnTo>
                      <a:cubicBezTo>
                        <a:pt x="0" y="38664"/>
                        <a:pt x="821" y="39484"/>
                        <a:pt x="1854" y="39484"/>
                      </a:cubicBezTo>
                      <a:lnTo>
                        <a:pt x="17964" y="39484"/>
                      </a:lnTo>
                      <a:cubicBezTo>
                        <a:pt x="18967" y="39484"/>
                        <a:pt x="19788" y="38664"/>
                        <a:pt x="19788" y="37630"/>
                      </a:cubicBezTo>
                      <a:lnTo>
                        <a:pt x="19788" y="1824"/>
                      </a:lnTo>
                      <a:cubicBezTo>
                        <a:pt x="19788" y="821"/>
                        <a:pt x="18967" y="0"/>
                        <a:pt x="179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1" name="Google Shape;881;p8"/>
                <p:cNvSpPr/>
                <p:nvPr/>
              </p:nvSpPr>
              <p:spPr>
                <a:xfrm>
                  <a:off x="6602375" y="3426625"/>
                  <a:ext cx="448350" cy="860225"/>
                </a:xfrm>
                <a:custGeom>
                  <a:rect b="b" l="l" r="r" t="t"/>
                  <a:pathLst>
                    <a:path extrusionOk="0" h="34409" w="17934">
                      <a:moveTo>
                        <a:pt x="0" y="0"/>
                      </a:moveTo>
                      <a:lnTo>
                        <a:pt x="2067" y="4013"/>
                      </a:lnTo>
                      <a:lnTo>
                        <a:pt x="16900" y="4013"/>
                      </a:lnTo>
                      <a:lnTo>
                        <a:pt x="16900" y="32433"/>
                      </a:lnTo>
                      <a:lnTo>
                        <a:pt x="17934" y="34408"/>
                      </a:lnTo>
                      <a:lnTo>
                        <a:pt x="17934" y="1824"/>
                      </a:lnTo>
                      <a:cubicBezTo>
                        <a:pt x="17934" y="821"/>
                        <a:pt x="17113" y="0"/>
                        <a:pt x="1611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2" name="Google Shape;882;p8"/>
                <p:cNvSpPr/>
                <p:nvPr/>
              </p:nvSpPr>
              <p:spPr>
                <a:xfrm>
                  <a:off x="6763475" y="4332400"/>
                  <a:ext cx="70700" cy="60550"/>
                </a:xfrm>
                <a:custGeom>
                  <a:rect b="b" l="l" r="r" t="t"/>
                  <a:pathLst>
                    <a:path extrusionOk="0" h="2422" w="2828">
                      <a:moveTo>
                        <a:pt x="1611" y="1"/>
                      </a:moveTo>
                      <a:cubicBezTo>
                        <a:pt x="547" y="1"/>
                        <a:pt x="0" y="1308"/>
                        <a:pt x="760" y="2068"/>
                      </a:cubicBezTo>
                      <a:cubicBezTo>
                        <a:pt x="1005" y="2313"/>
                        <a:pt x="1306" y="2422"/>
                        <a:pt x="1603" y="2422"/>
                      </a:cubicBezTo>
                      <a:cubicBezTo>
                        <a:pt x="2226" y="2422"/>
                        <a:pt x="2827" y="1938"/>
                        <a:pt x="2827" y="1217"/>
                      </a:cubicBezTo>
                      <a:cubicBezTo>
                        <a:pt x="2827" y="548"/>
                        <a:pt x="2280" y="1"/>
                        <a:pt x="161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3" name="Google Shape;883;p8"/>
                <p:cNvSpPr/>
                <p:nvPr/>
              </p:nvSpPr>
              <p:spPr>
                <a:xfrm>
                  <a:off x="6798425" y="3448650"/>
                  <a:ext cx="9900" cy="9925"/>
                </a:xfrm>
                <a:custGeom>
                  <a:rect b="b" l="l" r="r" t="t"/>
                  <a:pathLst>
                    <a:path extrusionOk="0" h="397" w="396">
                      <a:moveTo>
                        <a:pt x="213" y="1"/>
                      </a:moveTo>
                      <a:cubicBezTo>
                        <a:pt x="92" y="1"/>
                        <a:pt x="1" y="92"/>
                        <a:pt x="1" y="214"/>
                      </a:cubicBezTo>
                      <a:cubicBezTo>
                        <a:pt x="1" y="305"/>
                        <a:pt x="92" y="396"/>
                        <a:pt x="213" y="396"/>
                      </a:cubicBezTo>
                      <a:cubicBezTo>
                        <a:pt x="335" y="396"/>
                        <a:pt x="396" y="305"/>
                        <a:pt x="396" y="214"/>
                      </a:cubicBezTo>
                      <a:cubicBezTo>
                        <a:pt x="396" y="92"/>
                        <a:pt x="335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4" name="Google Shape;884;p8"/>
                <p:cNvSpPr/>
                <p:nvPr/>
              </p:nvSpPr>
              <p:spPr>
                <a:xfrm>
                  <a:off x="6759675" y="3474500"/>
                  <a:ext cx="88175" cy="9150"/>
                </a:xfrm>
                <a:custGeom>
                  <a:rect b="b" l="l" r="r" t="t"/>
                  <a:pathLst>
                    <a:path extrusionOk="0" h="366" w="3527">
                      <a:moveTo>
                        <a:pt x="183" y="0"/>
                      </a:moveTo>
                      <a:cubicBezTo>
                        <a:pt x="61" y="0"/>
                        <a:pt x="0" y="92"/>
                        <a:pt x="0" y="183"/>
                      </a:cubicBezTo>
                      <a:cubicBezTo>
                        <a:pt x="0" y="274"/>
                        <a:pt x="61" y="365"/>
                        <a:pt x="183" y="365"/>
                      </a:cubicBezTo>
                      <a:lnTo>
                        <a:pt x="3344" y="365"/>
                      </a:lnTo>
                      <a:cubicBezTo>
                        <a:pt x="3435" y="365"/>
                        <a:pt x="3526" y="274"/>
                        <a:pt x="3526" y="183"/>
                      </a:cubicBezTo>
                      <a:cubicBezTo>
                        <a:pt x="3526" y="92"/>
                        <a:pt x="3435" y="0"/>
                        <a:pt x="33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5" name="Google Shape;885;p8"/>
                <p:cNvSpPr/>
                <p:nvPr/>
              </p:nvSpPr>
              <p:spPr>
                <a:xfrm>
                  <a:off x="6716350" y="3470700"/>
                  <a:ext cx="19800" cy="16950"/>
                </a:xfrm>
                <a:custGeom>
                  <a:rect b="b" l="l" r="r" t="t"/>
                  <a:pathLst>
                    <a:path extrusionOk="0" h="678" w="792">
                      <a:moveTo>
                        <a:pt x="457" y="0"/>
                      </a:moveTo>
                      <a:cubicBezTo>
                        <a:pt x="153" y="0"/>
                        <a:pt x="1" y="365"/>
                        <a:pt x="214" y="578"/>
                      </a:cubicBezTo>
                      <a:cubicBezTo>
                        <a:pt x="282" y="646"/>
                        <a:pt x="366" y="677"/>
                        <a:pt x="449" y="677"/>
                      </a:cubicBezTo>
                      <a:cubicBezTo>
                        <a:pt x="623" y="677"/>
                        <a:pt x="791" y="541"/>
                        <a:pt x="791" y="335"/>
                      </a:cubicBezTo>
                      <a:cubicBezTo>
                        <a:pt x="791" y="152"/>
                        <a:pt x="639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" name="Google Shape;886;p8"/>
                <p:cNvSpPr/>
                <p:nvPr/>
              </p:nvSpPr>
              <p:spPr>
                <a:xfrm>
                  <a:off x="6582625" y="3526925"/>
                  <a:ext cx="442275" cy="786525"/>
                </a:xfrm>
                <a:custGeom>
                  <a:rect b="b" l="l" r="r" t="t"/>
                  <a:pathLst>
                    <a:path extrusionOk="0" h="31461" w="17691">
                      <a:moveTo>
                        <a:pt x="0" y="1"/>
                      </a:moveTo>
                      <a:lnTo>
                        <a:pt x="0" y="31460"/>
                      </a:lnTo>
                      <a:lnTo>
                        <a:pt x="17690" y="31460"/>
                      </a:lnTo>
                      <a:lnTo>
                        <a:pt x="1769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7" name="Google Shape;887;p8"/>
                <p:cNvSpPr/>
                <p:nvPr/>
              </p:nvSpPr>
              <p:spPr>
                <a:xfrm>
                  <a:off x="6654050" y="3526925"/>
                  <a:ext cx="370850" cy="710525"/>
                </a:xfrm>
                <a:custGeom>
                  <a:rect b="b" l="l" r="r" t="t"/>
                  <a:pathLst>
                    <a:path extrusionOk="0" h="28421" w="14834">
                      <a:moveTo>
                        <a:pt x="0" y="1"/>
                      </a:moveTo>
                      <a:lnTo>
                        <a:pt x="14833" y="28421"/>
                      </a:lnTo>
                      <a:lnTo>
                        <a:pt x="14833" y="1"/>
                      </a:lnTo>
                      <a:close/>
                    </a:path>
                  </a:pathLst>
                </a:custGeom>
                <a:solidFill>
                  <a:srgbClr val="2D3962">
                    <a:alpha val="15294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8" name="Google Shape;888;p8"/>
                <p:cNvSpPr/>
                <p:nvPr/>
              </p:nvSpPr>
              <p:spPr>
                <a:xfrm>
                  <a:off x="6603900" y="3586200"/>
                  <a:ext cx="103375" cy="88475"/>
                </a:xfrm>
                <a:custGeom>
                  <a:rect b="b" l="l" r="r" t="t"/>
                  <a:pathLst>
                    <a:path extrusionOk="0" h="3539" w="4135">
                      <a:moveTo>
                        <a:pt x="2371" y="1"/>
                      </a:moveTo>
                      <a:cubicBezTo>
                        <a:pt x="791" y="1"/>
                        <a:pt x="0" y="1915"/>
                        <a:pt x="1125" y="3010"/>
                      </a:cubicBezTo>
                      <a:cubicBezTo>
                        <a:pt x="1490" y="3375"/>
                        <a:pt x="1935" y="3538"/>
                        <a:pt x="2370" y="3538"/>
                      </a:cubicBezTo>
                      <a:cubicBezTo>
                        <a:pt x="3274" y="3538"/>
                        <a:pt x="4134" y="2831"/>
                        <a:pt x="4134" y="1763"/>
                      </a:cubicBezTo>
                      <a:cubicBezTo>
                        <a:pt x="4134" y="791"/>
                        <a:pt x="3344" y="1"/>
                        <a:pt x="23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9" name="Google Shape;889;p8"/>
                <p:cNvSpPr/>
                <p:nvPr/>
              </p:nvSpPr>
              <p:spPr>
                <a:xfrm>
                  <a:off x="6690525" y="3595325"/>
                  <a:ext cx="16750" cy="32700"/>
                </a:xfrm>
                <a:custGeom>
                  <a:rect b="b" l="l" r="r" t="t"/>
                  <a:pathLst>
                    <a:path extrusionOk="0" h="1308" w="670">
                      <a:moveTo>
                        <a:pt x="0" y="0"/>
                      </a:moveTo>
                      <a:lnTo>
                        <a:pt x="669" y="1307"/>
                      </a:lnTo>
                      <a:cubicBezTo>
                        <a:pt x="639" y="791"/>
                        <a:pt x="396" y="304"/>
                        <a:pt x="0" y="0"/>
                      </a:cubicBezTo>
                      <a:close/>
                    </a:path>
                  </a:pathLst>
                </a:custGeom>
                <a:solidFill>
                  <a:srgbClr val="D8AA1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0" name="Google Shape;890;p8"/>
                <p:cNvSpPr/>
                <p:nvPr/>
              </p:nvSpPr>
              <p:spPr>
                <a:xfrm>
                  <a:off x="6635000" y="3608850"/>
                  <a:ext cx="56425" cy="42725"/>
                </a:xfrm>
                <a:custGeom>
                  <a:rect b="b" l="l" r="r" t="t"/>
                  <a:pathLst>
                    <a:path extrusionOk="0" h="1709" w="2257">
                      <a:moveTo>
                        <a:pt x="2036" y="0"/>
                      </a:moveTo>
                      <a:cubicBezTo>
                        <a:pt x="2012" y="0"/>
                        <a:pt x="1991" y="11"/>
                        <a:pt x="1978" y="37"/>
                      </a:cubicBezTo>
                      <a:lnTo>
                        <a:pt x="823" y="1405"/>
                      </a:lnTo>
                      <a:lnTo>
                        <a:pt x="276" y="797"/>
                      </a:lnTo>
                      <a:cubicBezTo>
                        <a:pt x="255" y="768"/>
                        <a:pt x="227" y="757"/>
                        <a:pt x="199" y="757"/>
                      </a:cubicBezTo>
                      <a:cubicBezTo>
                        <a:pt x="104" y="757"/>
                        <a:pt x="0" y="886"/>
                        <a:pt x="94" y="979"/>
                      </a:cubicBezTo>
                      <a:lnTo>
                        <a:pt x="732" y="1678"/>
                      </a:lnTo>
                      <a:cubicBezTo>
                        <a:pt x="762" y="1709"/>
                        <a:pt x="793" y="1709"/>
                        <a:pt x="823" y="1709"/>
                      </a:cubicBezTo>
                      <a:lnTo>
                        <a:pt x="854" y="1709"/>
                      </a:lnTo>
                      <a:cubicBezTo>
                        <a:pt x="884" y="1709"/>
                        <a:pt x="914" y="1709"/>
                        <a:pt x="945" y="1678"/>
                      </a:cubicBezTo>
                      <a:lnTo>
                        <a:pt x="2161" y="219"/>
                      </a:lnTo>
                      <a:cubicBezTo>
                        <a:pt x="2256" y="147"/>
                        <a:pt x="2126" y="0"/>
                        <a:pt x="20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1" name="Google Shape;891;p8"/>
                <p:cNvSpPr/>
                <p:nvPr/>
              </p:nvSpPr>
              <p:spPr>
                <a:xfrm>
                  <a:off x="6603900" y="3705500"/>
                  <a:ext cx="103375" cy="88125"/>
                </a:xfrm>
                <a:custGeom>
                  <a:rect b="b" l="l" r="r" t="t"/>
                  <a:pathLst>
                    <a:path extrusionOk="0" h="3525" w="4135">
                      <a:moveTo>
                        <a:pt x="2371" y="1"/>
                      </a:moveTo>
                      <a:cubicBezTo>
                        <a:pt x="791" y="1"/>
                        <a:pt x="0" y="1885"/>
                        <a:pt x="1125" y="3010"/>
                      </a:cubicBezTo>
                      <a:cubicBezTo>
                        <a:pt x="1480" y="3365"/>
                        <a:pt x="1921" y="3525"/>
                        <a:pt x="2356" y="3525"/>
                      </a:cubicBezTo>
                      <a:cubicBezTo>
                        <a:pt x="3260" y="3525"/>
                        <a:pt x="4134" y="2831"/>
                        <a:pt x="4134" y="1764"/>
                      </a:cubicBezTo>
                      <a:cubicBezTo>
                        <a:pt x="4134" y="791"/>
                        <a:pt x="3344" y="1"/>
                        <a:pt x="23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2" name="Google Shape;892;p8"/>
                <p:cNvSpPr/>
                <p:nvPr/>
              </p:nvSpPr>
              <p:spPr>
                <a:xfrm>
                  <a:off x="6635075" y="3728050"/>
                  <a:ext cx="56275" cy="42825"/>
                </a:xfrm>
                <a:custGeom>
                  <a:rect b="b" l="l" r="r" t="t"/>
                  <a:pathLst>
                    <a:path extrusionOk="0" h="1713" w="2251">
                      <a:moveTo>
                        <a:pt x="2040" y="1"/>
                      </a:moveTo>
                      <a:cubicBezTo>
                        <a:pt x="2013" y="1"/>
                        <a:pt x="1989" y="13"/>
                        <a:pt x="1975" y="41"/>
                      </a:cubicBezTo>
                      <a:lnTo>
                        <a:pt x="820" y="1378"/>
                      </a:lnTo>
                      <a:lnTo>
                        <a:pt x="273" y="801"/>
                      </a:lnTo>
                      <a:cubicBezTo>
                        <a:pt x="250" y="770"/>
                        <a:pt x="219" y="757"/>
                        <a:pt x="187" y="757"/>
                      </a:cubicBezTo>
                      <a:cubicBezTo>
                        <a:pt x="95" y="757"/>
                        <a:pt x="0" y="870"/>
                        <a:pt x="91" y="983"/>
                      </a:cubicBezTo>
                      <a:lnTo>
                        <a:pt x="729" y="1652"/>
                      </a:lnTo>
                      <a:cubicBezTo>
                        <a:pt x="759" y="1682"/>
                        <a:pt x="790" y="1713"/>
                        <a:pt x="820" y="1713"/>
                      </a:cubicBezTo>
                      <a:lnTo>
                        <a:pt x="851" y="1713"/>
                      </a:lnTo>
                      <a:cubicBezTo>
                        <a:pt x="881" y="1713"/>
                        <a:pt x="911" y="1682"/>
                        <a:pt x="942" y="1652"/>
                      </a:cubicBezTo>
                      <a:lnTo>
                        <a:pt x="2158" y="223"/>
                      </a:lnTo>
                      <a:cubicBezTo>
                        <a:pt x="2251" y="130"/>
                        <a:pt x="2129" y="1"/>
                        <a:pt x="20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3" name="Google Shape;893;p8"/>
                <p:cNvSpPr/>
                <p:nvPr/>
              </p:nvSpPr>
              <p:spPr>
                <a:xfrm>
                  <a:off x="6603900" y="3824050"/>
                  <a:ext cx="103375" cy="88725"/>
                </a:xfrm>
                <a:custGeom>
                  <a:rect b="b" l="l" r="r" t="t"/>
                  <a:pathLst>
                    <a:path extrusionOk="0" h="3549" w="4135">
                      <a:moveTo>
                        <a:pt x="2371" y="0"/>
                      </a:moveTo>
                      <a:cubicBezTo>
                        <a:pt x="791" y="0"/>
                        <a:pt x="0" y="1915"/>
                        <a:pt x="1125" y="3040"/>
                      </a:cubicBezTo>
                      <a:cubicBezTo>
                        <a:pt x="1476" y="3391"/>
                        <a:pt x="1912" y="3548"/>
                        <a:pt x="2342" y="3548"/>
                      </a:cubicBezTo>
                      <a:cubicBezTo>
                        <a:pt x="3251" y="3548"/>
                        <a:pt x="4134" y="2846"/>
                        <a:pt x="4134" y="1794"/>
                      </a:cubicBezTo>
                      <a:cubicBezTo>
                        <a:pt x="4134" y="791"/>
                        <a:pt x="3344" y="0"/>
                        <a:pt x="23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4" name="Google Shape;894;p8"/>
                <p:cNvSpPr/>
                <p:nvPr/>
              </p:nvSpPr>
              <p:spPr>
                <a:xfrm>
                  <a:off x="6635800" y="3847025"/>
                  <a:ext cx="53975" cy="43150"/>
                </a:xfrm>
                <a:custGeom>
                  <a:rect b="b" l="l" r="r" t="t"/>
                  <a:pathLst>
                    <a:path extrusionOk="0" h="1726" w="2159">
                      <a:moveTo>
                        <a:pt x="2018" y="1"/>
                      </a:moveTo>
                      <a:cubicBezTo>
                        <a:pt x="1984" y="1"/>
                        <a:pt x="1946" y="8"/>
                        <a:pt x="1916" y="24"/>
                      </a:cubicBezTo>
                      <a:lnTo>
                        <a:pt x="791" y="1391"/>
                      </a:lnTo>
                      <a:lnTo>
                        <a:pt x="244" y="784"/>
                      </a:lnTo>
                      <a:cubicBezTo>
                        <a:pt x="214" y="753"/>
                        <a:pt x="183" y="738"/>
                        <a:pt x="153" y="738"/>
                      </a:cubicBezTo>
                      <a:cubicBezTo>
                        <a:pt x="122" y="738"/>
                        <a:pt x="92" y="753"/>
                        <a:pt x="62" y="784"/>
                      </a:cubicBezTo>
                      <a:cubicBezTo>
                        <a:pt x="1" y="844"/>
                        <a:pt x="1" y="905"/>
                        <a:pt x="62" y="966"/>
                      </a:cubicBezTo>
                      <a:lnTo>
                        <a:pt x="700" y="1665"/>
                      </a:lnTo>
                      <a:cubicBezTo>
                        <a:pt x="730" y="1695"/>
                        <a:pt x="761" y="1726"/>
                        <a:pt x="791" y="1726"/>
                      </a:cubicBezTo>
                      <a:lnTo>
                        <a:pt x="822" y="1726"/>
                      </a:lnTo>
                      <a:cubicBezTo>
                        <a:pt x="852" y="1695"/>
                        <a:pt x="882" y="1695"/>
                        <a:pt x="913" y="1665"/>
                      </a:cubicBezTo>
                      <a:lnTo>
                        <a:pt x="2098" y="206"/>
                      </a:lnTo>
                      <a:cubicBezTo>
                        <a:pt x="2159" y="176"/>
                        <a:pt x="2159" y="84"/>
                        <a:pt x="2098" y="24"/>
                      </a:cubicBezTo>
                      <a:cubicBezTo>
                        <a:pt x="2083" y="8"/>
                        <a:pt x="2053" y="1"/>
                        <a:pt x="20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5" name="Google Shape;895;p8"/>
                <p:cNvSpPr/>
                <p:nvPr/>
              </p:nvSpPr>
              <p:spPr>
                <a:xfrm>
                  <a:off x="6603900" y="3943350"/>
                  <a:ext cx="103375" cy="88450"/>
                </a:xfrm>
                <a:custGeom>
                  <a:rect b="b" l="l" r="r" t="t"/>
                  <a:pathLst>
                    <a:path extrusionOk="0" h="3538" w="4135">
                      <a:moveTo>
                        <a:pt x="2371" y="0"/>
                      </a:moveTo>
                      <a:cubicBezTo>
                        <a:pt x="791" y="0"/>
                        <a:pt x="0" y="1915"/>
                        <a:pt x="1125" y="3010"/>
                      </a:cubicBezTo>
                      <a:cubicBezTo>
                        <a:pt x="1480" y="3375"/>
                        <a:pt x="1922" y="3538"/>
                        <a:pt x="2356" y="3538"/>
                      </a:cubicBezTo>
                      <a:cubicBezTo>
                        <a:pt x="3261" y="3538"/>
                        <a:pt x="4134" y="2831"/>
                        <a:pt x="4134" y="1763"/>
                      </a:cubicBezTo>
                      <a:cubicBezTo>
                        <a:pt x="4134" y="791"/>
                        <a:pt x="3344" y="0"/>
                        <a:pt x="23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6" name="Google Shape;896;p8"/>
                <p:cNvSpPr/>
                <p:nvPr/>
              </p:nvSpPr>
              <p:spPr>
                <a:xfrm>
                  <a:off x="6635800" y="3966325"/>
                  <a:ext cx="53975" cy="43150"/>
                </a:xfrm>
                <a:custGeom>
                  <a:rect b="b" l="l" r="r" t="t"/>
                  <a:pathLst>
                    <a:path extrusionOk="0" h="1726" w="2159">
                      <a:moveTo>
                        <a:pt x="2022" y="1"/>
                      </a:moveTo>
                      <a:cubicBezTo>
                        <a:pt x="1992" y="1"/>
                        <a:pt x="1961" y="9"/>
                        <a:pt x="1946" y="24"/>
                      </a:cubicBezTo>
                      <a:lnTo>
                        <a:pt x="791" y="1392"/>
                      </a:lnTo>
                      <a:lnTo>
                        <a:pt x="244" y="784"/>
                      </a:lnTo>
                      <a:cubicBezTo>
                        <a:pt x="214" y="753"/>
                        <a:pt x="183" y="738"/>
                        <a:pt x="153" y="738"/>
                      </a:cubicBezTo>
                      <a:cubicBezTo>
                        <a:pt x="122" y="738"/>
                        <a:pt x="92" y="753"/>
                        <a:pt x="62" y="784"/>
                      </a:cubicBezTo>
                      <a:cubicBezTo>
                        <a:pt x="1" y="844"/>
                        <a:pt x="1" y="905"/>
                        <a:pt x="62" y="966"/>
                      </a:cubicBezTo>
                      <a:lnTo>
                        <a:pt x="700" y="1665"/>
                      </a:lnTo>
                      <a:cubicBezTo>
                        <a:pt x="730" y="1695"/>
                        <a:pt x="761" y="1695"/>
                        <a:pt x="791" y="1695"/>
                      </a:cubicBezTo>
                      <a:lnTo>
                        <a:pt x="791" y="1726"/>
                      </a:lnTo>
                      <a:cubicBezTo>
                        <a:pt x="822" y="1695"/>
                        <a:pt x="852" y="1695"/>
                        <a:pt x="882" y="1665"/>
                      </a:cubicBezTo>
                      <a:lnTo>
                        <a:pt x="2098" y="206"/>
                      </a:lnTo>
                      <a:cubicBezTo>
                        <a:pt x="2159" y="176"/>
                        <a:pt x="2159" y="85"/>
                        <a:pt x="2098" y="24"/>
                      </a:cubicBezTo>
                      <a:cubicBezTo>
                        <a:pt x="2083" y="9"/>
                        <a:pt x="2053" y="1"/>
                        <a:pt x="20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7" name="Google Shape;897;p8"/>
                <p:cNvSpPr/>
                <p:nvPr/>
              </p:nvSpPr>
              <p:spPr>
                <a:xfrm>
                  <a:off x="6603900" y="4062650"/>
                  <a:ext cx="110200" cy="88475"/>
                </a:xfrm>
                <a:custGeom>
                  <a:rect b="b" l="l" r="r" t="t"/>
                  <a:pathLst>
                    <a:path extrusionOk="0" h="3539" w="4408">
                      <a:moveTo>
                        <a:pt x="2371" y="274"/>
                      </a:moveTo>
                      <a:cubicBezTo>
                        <a:pt x="3739" y="274"/>
                        <a:pt x="4408" y="1885"/>
                        <a:pt x="3435" y="2858"/>
                      </a:cubicBezTo>
                      <a:cubicBezTo>
                        <a:pt x="3131" y="3162"/>
                        <a:pt x="2753" y="3298"/>
                        <a:pt x="2382" y="3298"/>
                      </a:cubicBezTo>
                      <a:cubicBezTo>
                        <a:pt x="1604" y="3298"/>
                        <a:pt x="851" y="2699"/>
                        <a:pt x="851" y="1794"/>
                      </a:cubicBezTo>
                      <a:cubicBezTo>
                        <a:pt x="851" y="943"/>
                        <a:pt x="1550" y="274"/>
                        <a:pt x="2371" y="274"/>
                      </a:cubicBezTo>
                      <a:close/>
                      <a:moveTo>
                        <a:pt x="2371" y="1"/>
                      </a:moveTo>
                      <a:cubicBezTo>
                        <a:pt x="791" y="1"/>
                        <a:pt x="0" y="1915"/>
                        <a:pt x="1125" y="3010"/>
                      </a:cubicBezTo>
                      <a:cubicBezTo>
                        <a:pt x="1490" y="3375"/>
                        <a:pt x="1935" y="3538"/>
                        <a:pt x="2370" y="3538"/>
                      </a:cubicBezTo>
                      <a:cubicBezTo>
                        <a:pt x="3274" y="3538"/>
                        <a:pt x="4134" y="2831"/>
                        <a:pt x="4134" y="1764"/>
                      </a:cubicBezTo>
                      <a:cubicBezTo>
                        <a:pt x="4134" y="791"/>
                        <a:pt x="3344" y="1"/>
                        <a:pt x="23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8" name="Google Shape;898;p8"/>
                <p:cNvSpPr/>
                <p:nvPr/>
              </p:nvSpPr>
              <p:spPr>
                <a:xfrm>
                  <a:off x="6604125" y="4181950"/>
                  <a:ext cx="109975" cy="87975"/>
                </a:xfrm>
                <a:custGeom>
                  <a:rect b="b" l="l" r="r" t="t"/>
                  <a:pathLst>
                    <a:path extrusionOk="0" h="3519" w="4399">
                      <a:moveTo>
                        <a:pt x="2362" y="244"/>
                      </a:moveTo>
                      <a:cubicBezTo>
                        <a:pt x="3730" y="244"/>
                        <a:pt x="4399" y="1885"/>
                        <a:pt x="3426" y="2827"/>
                      </a:cubicBezTo>
                      <a:cubicBezTo>
                        <a:pt x="3118" y="3146"/>
                        <a:pt x="2735" y="3288"/>
                        <a:pt x="2359" y="3288"/>
                      </a:cubicBezTo>
                      <a:cubicBezTo>
                        <a:pt x="1586" y="3288"/>
                        <a:pt x="842" y="2684"/>
                        <a:pt x="842" y="1764"/>
                      </a:cubicBezTo>
                      <a:cubicBezTo>
                        <a:pt x="842" y="943"/>
                        <a:pt x="1541" y="244"/>
                        <a:pt x="2362" y="244"/>
                      </a:cubicBezTo>
                      <a:close/>
                      <a:moveTo>
                        <a:pt x="2325" y="0"/>
                      </a:moveTo>
                      <a:cubicBezTo>
                        <a:pt x="769" y="0"/>
                        <a:pt x="0" y="1894"/>
                        <a:pt x="1116" y="3010"/>
                      </a:cubicBezTo>
                      <a:cubicBezTo>
                        <a:pt x="1467" y="3361"/>
                        <a:pt x="1903" y="3518"/>
                        <a:pt x="2333" y="3518"/>
                      </a:cubicBezTo>
                      <a:cubicBezTo>
                        <a:pt x="3242" y="3518"/>
                        <a:pt x="4125" y="2816"/>
                        <a:pt x="4125" y="1764"/>
                      </a:cubicBezTo>
                      <a:cubicBezTo>
                        <a:pt x="4125" y="791"/>
                        <a:pt x="3335" y="1"/>
                        <a:pt x="2362" y="1"/>
                      </a:cubicBezTo>
                      <a:cubicBezTo>
                        <a:pt x="2350" y="0"/>
                        <a:pt x="2337" y="0"/>
                        <a:pt x="232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9" name="Google Shape;899;p8"/>
                <p:cNvSpPr/>
                <p:nvPr/>
              </p:nvSpPr>
              <p:spPr>
                <a:xfrm>
                  <a:off x="6732325" y="3604375"/>
                  <a:ext cx="244525" cy="6225"/>
                </a:xfrm>
                <a:custGeom>
                  <a:rect b="b" l="l" r="r" t="t"/>
                  <a:pathLst>
                    <a:path extrusionOk="0" h="249" w="9781">
                      <a:moveTo>
                        <a:pt x="9656" y="1"/>
                      </a:moveTo>
                      <a:cubicBezTo>
                        <a:pt x="9650" y="1"/>
                        <a:pt x="9643" y="2"/>
                        <a:pt x="9636" y="3"/>
                      </a:cubicBezTo>
                      <a:lnTo>
                        <a:pt x="122" y="3"/>
                      </a:lnTo>
                      <a:cubicBezTo>
                        <a:pt x="0" y="33"/>
                        <a:pt x="0" y="216"/>
                        <a:pt x="122" y="246"/>
                      </a:cubicBezTo>
                      <a:lnTo>
                        <a:pt x="9636" y="246"/>
                      </a:lnTo>
                      <a:cubicBezTo>
                        <a:pt x="9643" y="248"/>
                        <a:pt x="9650" y="248"/>
                        <a:pt x="9656" y="248"/>
                      </a:cubicBezTo>
                      <a:cubicBezTo>
                        <a:pt x="9781" y="248"/>
                        <a:pt x="9781" y="1"/>
                        <a:pt x="96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0" name="Google Shape;900;p8"/>
                <p:cNvSpPr/>
                <p:nvPr/>
              </p:nvSpPr>
              <p:spPr>
                <a:xfrm>
                  <a:off x="6732325" y="3649975"/>
                  <a:ext cx="134350" cy="6225"/>
                </a:xfrm>
                <a:custGeom>
                  <a:rect b="b" l="l" r="r" t="t"/>
                  <a:pathLst>
                    <a:path extrusionOk="0" h="249" w="5374">
                      <a:moveTo>
                        <a:pt x="5249" y="1"/>
                      </a:moveTo>
                      <a:cubicBezTo>
                        <a:pt x="5242" y="1"/>
                        <a:pt x="5235" y="1"/>
                        <a:pt x="5228" y="3"/>
                      </a:cubicBezTo>
                      <a:lnTo>
                        <a:pt x="152" y="3"/>
                      </a:lnTo>
                      <a:cubicBezTo>
                        <a:pt x="0" y="33"/>
                        <a:pt x="0" y="216"/>
                        <a:pt x="152" y="246"/>
                      </a:cubicBezTo>
                      <a:lnTo>
                        <a:pt x="5228" y="246"/>
                      </a:lnTo>
                      <a:cubicBezTo>
                        <a:pt x="5235" y="247"/>
                        <a:pt x="5242" y="248"/>
                        <a:pt x="5249" y="248"/>
                      </a:cubicBezTo>
                      <a:cubicBezTo>
                        <a:pt x="5373" y="248"/>
                        <a:pt x="5373" y="1"/>
                        <a:pt x="52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" name="Google Shape;901;p8"/>
                <p:cNvSpPr/>
                <p:nvPr/>
              </p:nvSpPr>
              <p:spPr>
                <a:xfrm>
                  <a:off x="6732325" y="3627225"/>
                  <a:ext cx="196075" cy="6125"/>
                </a:xfrm>
                <a:custGeom>
                  <a:rect b="b" l="l" r="r" t="t"/>
                  <a:pathLst>
                    <a:path extrusionOk="0" h="245" w="7843">
                      <a:moveTo>
                        <a:pt x="152" y="1"/>
                      </a:moveTo>
                      <a:cubicBezTo>
                        <a:pt x="0" y="31"/>
                        <a:pt x="0" y="214"/>
                        <a:pt x="152" y="244"/>
                      </a:cubicBezTo>
                      <a:lnTo>
                        <a:pt x="7721" y="244"/>
                      </a:lnTo>
                      <a:cubicBezTo>
                        <a:pt x="7842" y="214"/>
                        <a:pt x="7842" y="31"/>
                        <a:pt x="77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" name="Google Shape;902;p8"/>
                <p:cNvSpPr/>
                <p:nvPr/>
              </p:nvSpPr>
              <p:spPr>
                <a:xfrm>
                  <a:off x="6732325" y="3723675"/>
                  <a:ext cx="167775" cy="6225"/>
                </a:xfrm>
                <a:custGeom>
                  <a:rect b="b" l="l" r="r" t="t"/>
                  <a:pathLst>
                    <a:path extrusionOk="0" h="249" w="6711">
                      <a:moveTo>
                        <a:pt x="6586" y="1"/>
                      </a:moveTo>
                      <a:cubicBezTo>
                        <a:pt x="6580" y="1"/>
                        <a:pt x="6573" y="2"/>
                        <a:pt x="6566" y="3"/>
                      </a:cubicBezTo>
                      <a:lnTo>
                        <a:pt x="152" y="3"/>
                      </a:lnTo>
                      <a:cubicBezTo>
                        <a:pt x="0" y="3"/>
                        <a:pt x="0" y="216"/>
                        <a:pt x="152" y="246"/>
                      </a:cubicBezTo>
                      <a:lnTo>
                        <a:pt x="6566" y="246"/>
                      </a:lnTo>
                      <a:cubicBezTo>
                        <a:pt x="6573" y="248"/>
                        <a:pt x="6580" y="248"/>
                        <a:pt x="6586" y="248"/>
                      </a:cubicBezTo>
                      <a:cubicBezTo>
                        <a:pt x="6711" y="248"/>
                        <a:pt x="6711" y="1"/>
                        <a:pt x="65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" name="Google Shape;903;p8"/>
                <p:cNvSpPr/>
                <p:nvPr/>
              </p:nvSpPr>
              <p:spPr>
                <a:xfrm>
                  <a:off x="6731550" y="3768575"/>
                  <a:ext cx="226475" cy="6875"/>
                </a:xfrm>
                <a:custGeom>
                  <a:rect b="b" l="l" r="r" t="t"/>
                  <a:pathLst>
                    <a:path extrusionOk="0" h="275" w="9059">
                      <a:moveTo>
                        <a:pt x="183" y="0"/>
                      </a:moveTo>
                      <a:cubicBezTo>
                        <a:pt x="1" y="0"/>
                        <a:pt x="1" y="274"/>
                        <a:pt x="183" y="274"/>
                      </a:cubicBezTo>
                      <a:lnTo>
                        <a:pt x="8907" y="274"/>
                      </a:lnTo>
                      <a:cubicBezTo>
                        <a:pt x="9059" y="274"/>
                        <a:pt x="9059" y="0"/>
                        <a:pt x="890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" name="Google Shape;904;p8"/>
                <p:cNvSpPr/>
                <p:nvPr/>
              </p:nvSpPr>
              <p:spPr>
                <a:xfrm>
                  <a:off x="6733075" y="3746550"/>
                  <a:ext cx="195325" cy="6100"/>
                </a:xfrm>
                <a:custGeom>
                  <a:rect b="b" l="l" r="r" t="t"/>
                  <a:pathLst>
                    <a:path extrusionOk="0" h="244" w="7813">
                      <a:moveTo>
                        <a:pt x="122" y="0"/>
                      </a:moveTo>
                      <a:cubicBezTo>
                        <a:pt x="61" y="0"/>
                        <a:pt x="1" y="30"/>
                        <a:pt x="1" y="122"/>
                      </a:cubicBezTo>
                      <a:cubicBezTo>
                        <a:pt x="1" y="182"/>
                        <a:pt x="61" y="243"/>
                        <a:pt x="122" y="243"/>
                      </a:cubicBezTo>
                      <a:lnTo>
                        <a:pt x="7691" y="243"/>
                      </a:lnTo>
                      <a:cubicBezTo>
                        <a:pt x="7751" y="243"/>
                        <a:pt x="7812" y="182"/>
                        <a:pt x="7812" y="122"/>
                      </a:cubicBezTo>
                      <a:cubicBezTo>
                        <a:pt x="7812" y="30"/>
                        <a:pt x="7751" y="0"/>
                        <a:pt x="769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" name="Google Shape;905;p8"/>
                <p:cNvSpPr/>
                <p:nvPr/>
              </p:nvSpPr>
              <p:spPr>
                <a:xfrm>
                  <a:off x="6756625" y="3723675"/>
                  <a:ext cx="143475" cy="6225"/>
                </a:xfrm>
                <a:custGeom>
                  <a:rect b="b" l="l" r="r" t="t"/>
                  <a:pathLst>
                    <a:path extrusionOk="0" h="249" w="5739">
                      <a:moveTo>
                        <a:pt x="5614" y="1"/>
                      </a:moveTo>
                      <a:cubicBezTo>
                        <a:pt x="5608" y="1"/>
                        <a:pt x="5601" y="2"/>
                        <a:pt x="5594" y="3"/>
                      </a:cubicBezTo>
                      <a:lnTo>
                        <a:pt x="1" y="3"/>
                      </a:lnTo>
                      <a:lnTo>
                        <a:pt x="153" y="246"/>
                      </a:lnTo>
                      <a:lnTo>
                        <a:pt x="5594" y="246"/>
                      </a:lnTo>
                      <a:cubicBezTo>
                        <a:pt x="5601" y="248"/>
                        <a:pt x="5608" y="248"/>
                        <a:pt x="5614" y="248"/>
                      </a:cubicBezTo>
                      <a:cubicBezTo>
                        <a:pt x="5739" y="248"/>
                        <a:pt x="5739" y="1"/>
                        <a:pt x="561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6" name="Google Shape;906;p8"/>
                <p:cNvSpPr/>
                <p:nvPr/>
              </p:nvSpPr>
              <p:spPr>
                <a:xfrm>
                  <a:off x="6780950" y="3768575"/>
                  <a:ext cx="177075" cy="6875"/>
                </a:xfrm>
                <a:custGeom>
                  <a:rect b="b" l="l" r="r" t="t"/>
                  <a:pathLst>
                    <a:path extrusionOk="0" h="275" w="7083">
                      <a:moveTo>
                        <a:pt x="0" y="0"/>
                      </a:moveTo>
                      <a:lnTo>
                        <a:pt x="122" y="274"/>
                      </a:lnTo>
                      <a:lnTo>
                        <a:pt x="6931" y="274"/>
                      </a:lnTo>
                      <a:cubicBezTo>
                        <a:pt x="7083" y="274"/>
                        <a:pt x="7083" y="0"/>
                        <a:pt x="69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" name="Google Shape;907;p8"/>
                <p:cNvSpPr/>
                <p:nvPr/>
              </p:nvSpPr>
              <p:spPr>
                <a:xfrm>
                  <a:off x="6768800" y="3746550"/>
                  <a:ext cx="159600" cy="6100"/>
                </a:xfrm>
                <a:custGeom>
                  <a:rect b="b" l="l" r="r" t="t"/>
                  <a:pathLst>
                    <a:path extrusionOk="0" h="244" w="6384">
                      <a:moveTo>
                        <a:pt x="0" y="0"/>
                      </a:moveTo>
                      <a:lnTo>
                        <a:pt x="152" y="243"/>
                      </a:lnTo>
                      <a:lnTo>
                        <a:pt x="6262" y="243"/>
                      </a:lnTo>
                      <a:cubicBezTo>
                        <a:pt x="6322" y="243"/>
                        <a:pt x="6383" y="182"/>
                        <a:pt x="6383" y="122"/>
                      </a:cubicBezTo>
                      <a:cubicBezTo>
                        <a:pt x="6383" y="30"/>
                        <a:pt x="6322" y="0"/>
                        <a:pt x="62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8" name="Google Shape;908;p8"/>
                <p:cNvSpPr/>
                <p:nvPr/>
              </p:nvSpPr>
              <p:spPr>
                <a:xfrm>
                  <a:off x="6731550" y="3842275"/>
                  <a:ext cx="197600" cy="6875"/>
                </a:xfrm>
                <a:custGeom>
                  <a:rect b="b" l="l" r="r" t="t"/>
                  <a:pathLst>
                    <a:path extrusionOk="0" h="275" w="7904">
                      <a:moveTo>
                        <a:pt x="183" y="1"/>
                      </a:moveTo>
                      <a:cubicBezTo>
                        <a:pt x="1" y="1"/>
                        <a:pt x="1" y="274"/>
                        <a:pt x="183" y="274"/>
                      </a:cubicBezTo>
                      <a:lnTo>
                        <a:pt x="7752" y="274"/>
                      </a:lnTo>
                      <a:cubicBezTo>
                        <a:pt x="7904" y="274"/>
                        <a:pt x="7904" y="1"/>
                        <a:pt x="77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Google Shape;909;p8"/>
                <p:cNvSpPr/>
                <p:nvPr/>
              </p:nvSpPr>
              <p:spPr>
                <a:xfrm>
                  <a:off x="6732325" y="3887825"/>
                  <a:ext cx="229500" cy="6925"/>
                </a:xfrm>
                <a:custGeom>
                  <a:rect b="b" l="l" r="r" t="t"/>
                  <a:pathLst>
                    <a:path extrusionOk="0" h="277" w="9180">
                      <a:moveTo>
                        <a:pt x="9048" y="0"/>
                      </a:moveTo>
                      <a:cubicBezTo>
                        <a:pt x="9042" y="0"/>
                        <a:pt x="9035" y="1"/>
                        <a:pt x="9028" y="3"/>
                      </a:cubicBezTo>
                      <a:lnTo>
                        <a:pt x="152" y="3"/>
                      </a:lnTo>
                      <a:cubicBezTo>
                        <a:pt x="0" y="33"/>
                        <a:pt x="0" y="246"/>
                        <a:pt x="152" y="276"/>
                      </a:cubicBezTo>
                      <a:lnTo>
                        <a:pt x="9028" y="276"/>
                      </a:lnTo>
                      <a:cubicBezTo>
                        <a:pt x="9172" y="276"/>
                        <a:pt x="9179" y="0"/>
                        <a:pt x="90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Google Shape;910;p8"/>
                <p:cNvSpPr/>
                <p:nvPr/>
              </p:nvSpPr>
              <p:spPr>
                <a:xfrm>
                  <a:off x="6731550" y="3865075"/>
                  <a:ext cx="197600" cy="6875"/>
                </a:xfrm>
                <a:custGeom>
                  <a:rect b="b" l="l" r="r" t="t"/>
                  <a:pathLst>
                    <a:path extrusionOk="0" h="275" w="7904">
                      <a:moveTo>
                        <a:pt x="183" y="1"/>
                      </a:moveTo>
                      <a:cubicBezTo>
                        <a:pt x="1" y="1"/>
                        <a:pt x="1" y="274"/>
                        <a:pt x="183" y="274"/>
                      </a:cubicBezTo>
                      <a:lnTo>
                        <a:pt x="7752" y="274"/>
                      </a:lnTo>
                      <a:cubicBezTo>
                        <a:pt x="7904" y="274"/>
                        <a:pt x="7904" y="1"/>
                        <a:pt x="77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1" name="Google Shape;911;p8"/>
                <p:cNvSpPr/>
                <p:nvPr/>
              </p:nvSpPr>
              <p:spPr>
                <a:xfrm>
                  <a:off x="6818950" y="3842275"/>
                  <a:ext cx="110200" cy="6875"/>
                </a:xfrm>
                <a:custGeom>
                  <a:rect b="b" l="l" r="r" t="t"/>
                  <a:pathLst>
                    <a:path extrusionOk="0" h="275" w="4408">
                      <a:moveTo>
                        <a:pt x="0" y="1"/>
                      </a:moveTo>
                      <a:lnTo>
                        <a:pt x="152" y="274"/>
                      </a:lnTo>
                      <a:lnTo>
                        <a:pt x="4256" y="274"/>
                      </a:lnTo>
                      <a:cubicBezTo>
                        <a:pt x="4408" y="274"/>
                        <a:pt x="4408" y="1"/>
                        <a:pt x="42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2" name="Google Shape;912;p8"/>
                <p:cNvSpPr/>
                <p:nvPr/>
              </p:nvSpPr>
              <p:spPr>
                <a:xfrm>
                  <a:off x="6843250" y="3887825"/>
                  <a:ext cx="118575" cy="6925"/>
                </a:xfrm>
                <a:custGeom>
                  <a:rect b="b" l="l" r="r" t="t"/>
                  <a:pathLst>
                    <a:path extrusionOk="0" h="277" w="4743">
                      <a:moveTo>
                        <a:pt x="4611" y="0"/>
                      </a:moveTo>
                      <a:cubicBezTo>
                        <a:pt x="4605" y="0"/>
                        <a:pt x="4598" y="1"/>
                        <a:pt x="4591" y="3"/>
                      </a:cubicBezTo>
                      <a:lnTo>
                        <a:pt x="1" y="3"/>
                      </a:lnTo>
                      <a:lnTo>
                        <a:pt x="123" y="276"/>
                      </a:lnTo>
                      <a:lnTo>
                        <a:pt x="4591" y="276"/>
                      </a:lnTo>
                      <a:cubicBezTo>
                        <a:pt x="4735" y="276"/>
                        <a:pt x="4742" y="0"/>
                        <a:pt x="46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3" name="Google Shape;913;p8"/>
                <p:cNvSpPr/>
                <p:nvPr/>
              </p:nvSpPr>
              <p:spPr>
                <a:xfrm>
                  <a:off x="6831100" y="3865075"/>
                  <a:ext cx="98050" cy="6875"/>
                </a:xfrm>
                <a:custGeom>
                  <a:rect b="b" l="l" r="r" t="t"/>
                  <a:pathLst>
                    <a:path extrusionOk="0" h="275" w="3922">
                      <a:moveTo>
                        <a:pt x="1" y="1"/>
                      </a:moveTo>
                      <a:lnTo>
                        <a:pt x="122" y="274"/>
                      </a:lnTo>
                      <a:lnTo>
                        <a:pt x="3770" y="274"/>
                      </a:lnTo>
                      <a:cubicBezTo>
                        <a:pt x="3922" y="274"/>
                        <a:pt x="3922" y="1"/>
                        <a:pt x="37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" name="Google Shape;914;p8"/>
                <p:cNvSpPr/>
                <p:nvPr/>
              </p:nvSpPr>
              <p:spPr>
                <a:xfrm>
                  <a:off x="6732325" y="3961575"/>
                  <a:ext cx="206700" cy="6125"/>
                </a:xfrm>
                <a:custGeom>
                  <a:rect b="b" l="l" r="r" t="t"/>
                  <a:pathLst>
                    <a:path extrusionOk="0" h="245" w="8268">
                      <a:moveTo>
                        <a:pt x="152" y="1"/>
                      </a:moveTo>
                      <a:cubicBezTo>
                        <a:pt x="0" y="31"/>
                        <a:pt x="0" y="244"/>
                        <a:pt x="152" y="244"/>
                      </a:cubicBezTo>
                      <a:lnTo>
                        <a:pt x="8116" y="244"/>
                      </a:lnTo>
                      <a:cubicBezTo>
                        <a:pt x="8268" y="244"/>
                        <a:pt x="8268" y="31"/>
                        <a:pt x="81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" name="Google Shape;915;p8"/>
                <p:cNvSpPr/>
                <p:nvPr/>
              </p:nvSpPr>
              <p:spPr>
                <a:xfrm>
                  <a:off x="6732325" y="4007125"/>
                  <a:ext cx="224800" cy="6200"/>
                </a:xfrm>
                <a:custGeom>
                  <a:rect b="b" l="l" r="r" t="t"/>
                  <a:pathLst>
                    <a:path extrusionOk="0" h="248" w="8992">
                      <a:moveTo>
                        <a:pt x="8892" y="1"/>
                      </a:moveTo>
                      <a:cubicBezTo>
                        <a:pt x="8887" y="1"/>
                        <a:pt x="8881" y="1"/>
                        <a:pt x="8876" y="3"/>
                      </a:cubicBezTo>
                      <a:lnTo>
                        <a:pt x="152" y="3"/>
                      </a:lnTo>
                      <a:cubicBezTo>
                        <a:pt x="0" y="33"/>
                        <a:pt x="0" y="246"/>
                        <a:pt x="152" y="246"/>
                      </a:cubicBezTo>
                      <a:lnTo>
                        <a:pt x="8876" y="246"/>
                      </a:lnTo>
                      <a:cubicBezTo>
                        <a:pt x="8881" y="247"/>
                        <a:pt x="8887" y="248"/>
                        <a:pt x="8892" y="248"/>
                      </a:cubicBezTo>
                      <a:cubicBezTo>
                        <a:pt x="8992" y="248"/>
                        <a:pt x="8992" y="1"/>
                        <a:pt x="88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" name="Google Shape;916;p8"/>
                <p:cNvSpPr/>
                <p:nvPr/>
              </p:nvSpPr>
              <p:spPr>
                <a:xfrm>
                  <a:off x="6732325" y="3984325"/>
                  <a:ext cx="142725" cy="6225"/>
                </a:xfrm>
                <a:custGeom>
                  <a:rect b="b" l="l" r="r" t="t"/>
                  <a:pathLst>
                    <a:path extrusionOk="0" h="249" w="5709">
                      <a:moveTo>
                        <a:pt x="5610" y="1"/>
                      </a:moveTo>
                      <a:cubicBezTo>
                        <a:pt x="5604" y="1"/>
                        <a:pt x="5599" y="1"/>
                        <a:pt x="5593" y="3"/>
                      </a:cubicBezTo>
                      <a:lnTo>
                        <a:pt x="152" y="3"/>
                      </a:lnTo>
                      <a:cubicBezTo>
                        <a:pt x="0" y="33"/>
                        <a:pt x="0" y="246"/>
                        <a:pt x="152" y="246"/>
                      </a:cubicBezTo>
                      <a:lnTo>
                        <a:pt x="5593" y="246"/>
                      </a:lnTo>
                      <a:cubicBezTo>
                        <a:pt x="5599" y="247"/>
                        <a:pt x="5604" y="248"/>
                        <a:pt x="5610" y="248"/>
                      </a:cubicBezTo>
                      <a:cubicBezTo>
                        <a:pt x="5709" y="248"/>
                        <a:pt x="5709" y="1"/>
                        <a:pt x="56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" name="Google Shape;917;p8"/>
                <p:cNvSpPr/>
                <p:nvPr/>
              </p:nvSpPr>
              <p:spPr>
                <a:xfrm>
                  <a:off x="6881250" y="3961575"/>
                  <a:ext cx="57775" cy="6125"/>
                </a:xfrm>
                <a:custGeom>
                  <a:rect b="b" l="l" r="r" t="t"/>
                  <a:pathLst>
                    <a:path extrusionOk="0" h="245" w="2311">
                      <a:moveTo>
                        <a:pt x="1" y="1"/>
                      </a:moveTo>
                      <a:lnTo>
                        <a:pt x="122" y="244"/>
                      </a:lnTo>
                      <a:lnTo>
                        <a:pt x="2159" y="244"/>
                      </a:lnTo>
                      <a:cubicBezTo>
                        <a:pt x="2311" y="244"/>
                        <a:pt x="2311" y="31"/>
                        <a:pt x="215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Google Shape;918;p8"/>
                <p:cNvSpPr/>
                <p:nvPr/>
              </p:nvSpPr>
              <p:spPr>
                <a:xfrm>
                  <a:off x="6904800" y="4007125"/>
                  <a:ext cx="52325" cy="6200"/>
                </a:xfrm>
                <a:custGeom>
                  <a:rect b="b" l="l" r="r" t="t"/>
                  <a:pathLst>
                    <a:path extrusionOk="0" h="248" w="2093">
                      <a:moveTo>
                        <a:pt x="1993" y="1"/>
                      </a:moveTo>
                      <a:cubicBezTo>
                        <a:pt x="1988" y="1"/>
                        <a:pt x="1982" y="1"/>
                        <a:pt x="1977" y="3"/>
                      </a:cubicBezTo>
                      <a:lnTo>
                        <a:pt x="1" y="3"/>
                      </a:lnTo>
                      <a:lnTo>
                        <a:pt x="153" y="246"/>
                      </a:lnTo>
                      <a:lnTo>
                        <a:pt x="1977" y="246"/>
                      </a:lnTo>
                      <a:cubicBezTo>
                        <a:pt x="1982" y="247"/>
                        <a:pt x="1988" y="248"/>
                        <a:pt x="1993" y="248"/>
                      </a:cubicBezTo>
                      <a:cubicBezTo>
                        <a:pt x="2093" y="248"/>
                        <a:pt x="2093" y="1"/>
                        <a:pt x="19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" name="Google Shape;919;p8"/>
                <p:cNvSpPr/>
                <p:nvPr/>
              </p:nvSpPr>
              <p:spPr>
                <a:xfrm>
                  <a:off x="6732325" y="4080825"/>
                  <a:ext cx="186775" cy="6225"/>
                </a:xfrm>
                <a:custGeom>
                  <a:rect b="b" l="l" r="r" t="t"/>
                  <a:pathLst>
                    <a:path extrusionOk="0" h="249" w="7471">
                      <a:moveTo>
                        <a:pt x="7346" y="1"/>
                      </a:moveTo>
                      <a:cubicBezTo>
                        <a:pt x="7340" y="1"/>
                        <a:pt x="7333" y="2"/>
                        <a:pt x="7326" y="3"/>
                      </a:cubicBezTo>
                      <a:lnTo>
                        <a:pt x="152" y="3"/>
                      </a:lnTo>
                      <a:cubicBezTo>
                        <a:pt x="0" y="33"/>
                        <a:pt x="0" y="216"/>
                        <a:pt x="152" y="246"/>
                      </a:cubicBezTo>
                      <a:lnTo>
                        <a:pt x="7326" y="246"/>
                      </a:lnTo>
                      <a:cubicBezTo>
                        <a:pt x="7333" y="248"/>
                        <a:pt x="7340" y="248"/>
                        <a:pt x="7346" y="248"/>
                      </a:cubicBezTo>
                      <a:cubicBezTo>
                        <a:pt x="7471" y="248"/>
                        <a:pt x="7471" y="1"/>
                        <a:pt x="73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0" name="Google Shape;920;p8"/>
                <p:cNvSpPr/>
                <p:nvPr/>
              </p:nvSpPr>
              <p:spPr>
                <a:xfrm>
                  <a:off x="6732325" y="4126475"/>
                  <a:ext cx="205950" cy="6100"/>
                </a:xfrm>
                <a:custGeom>
                  <a:rect b="b" l="l" r="r" t="t"/>
                  <a:pathLst>
                    <a:path extrusionOk="0" h="244" w="8238">
                      <a:moveTo>
                        <a:pt x="152" y="1"/>
                      </a:moveTo>
                      <a:cubicBezTo>
                        <a:pt x="61" y="1"/>
                        <a:pt x="0" y="62"/>
                        <a:pt x="0" y="122"/>
                      </a:cubicBezTo>
                      <a:cubicBezTo>
                        <a:pt x="0" y="183"/>
                        <a:pt x="61" y="244"/>
                        <a:pt x="152" y="244"/>
                      </a:cubicBezTo>
                      <a:lnTo>
                        <a:pt x="8116" y="244"/>
                      </a:lnTo>
                      <a:cubicBezTo>
                        <a:pt x="8177" y="244"/>
                        <a:pt x="8237" y="183"/>
                        <a:pt x="8237" y="122"/>
                      </a:cubicBezTo>
                      <a:cubicBezTo>
                        <a:pt x="8237" y="62"/>
                        <a:pt x="8177" y="1"/>
                        <a:pt x="81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1" name="Google Shape;921;p8"/>
                <p:cNvSpPr/>
                <p:nvPr/>
              </p:nvSpPr>
              <p:spPr>
                <a:xfrm>
                  <a:off x="6732325" y="4103625"/>
                  <a:ext cx="156375" cy="6225"/>
                </a:xfrm>
                <a:custGeom>
                  <a:rect b="b" l="l" r="r" t="t"/>
                  <a:pathLst>
                    <a:path extrusionOk="0" h="249" w="6255">
                      <a:moveTo>
                        <a:pt x="6130" y="1"/>
                      </a:moveTo>
                      <a:cubicBezTo>
                        <a:pt x="6124" y="1"/>
                        <a:pt x="6117" y="1"/>
                        <a:pt x="6110" y="3"/>
                      </a:cubicBezTo>
                      <a:lnTo>
                        <a:pt x="152" y="3"/>
                      </a:lnTo>
                      <a:cubicBezTo>
                        <a:pt x="0" y="33"/>
                        <a:pt x="0" y="216"/>
                        <a:pt x="152" y="246"/>
                      </a:cubicBezTo>
                      <a:lnTo>
                        <a:pt x="6110" y="246"/>
                      </a:lnTo>
                      <a:cubicBezTo>
                        <a:pt x="6117" y="248"/>
                        <a:pt x="6124" y="248"/>
                        <a:pt x="6130" y="248"/>
                      </a:cubicBezTo>
                      <a:cubicBezTo>
                        <a:pt x="6255" y="248"/>
                        <a:pt x="6255" y="1"/>
                        <a:pt x="61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2" name="Google Shape;922;p8"/>
                <p:cNvSpPr/>
                <p:nvPr/>
              </p:nvSpPr>
              <p:spPr>
                <a:xfrm>
                  <a:off x="6732325" y="4200150"/>
                  <a:ext cx="214125" cy="6200"/>
                </a:xfrm>
                <a:custGeom>
                  <a:rect b="b" l="l" r="r" t="t"/>
                  <a:pathLst>
                    <a:path extrusionOk="0" h="248" w="8565">
                      <a:moveTo>
                        <a:pt x="8440" y="0"/>
                      </a:moveTo>
                      <a:cubicBezTo>
                        <a:pt x="8434" y="0"/>
                        <a:pt x="8427" y="1"/>
                        <a:pt x="8420" y="2"/>
                      </a:cubicBezTo>
                      <a:lnTo>
                        <a:pt x="152" y="2"/>
                      </a:lnTo>
                      <a:cubicBezTo>
                        <a:pt x="0" y="2"/>
                        <a:pt x="0" y="215"/>
                        <a:pt x="152" y="245"/>
                      </a:cubicBezTo>
                      <a:lnTo>
                        <a:pt x="8420" y="245"/>
                      </a:lnTo>
                      <a:cubicBezTo>
                        <a:pt x="8427" y="247"/>
                        <a:pt x="8434" y="247"/>
                        <a:pt x="8440" y="247"/>
                      </a:cubicBezTo>
                      <a:cubicBezTo>
                        <a:pt x="8565" y="247"/>
                        <a:pt x="8565" y="0"/>
                        <a:pt x="84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8"/>
                <p:cNvSpPr/>
                <p:nvPr/>
              </p:nvSpPr>
              <p:spPr>
                <a:xfrm>
                  <a:off x="6731550" y="4245025"/>
                  <a:ext cx="208250" cy="6875"/>
                </a:xfrm>
                <a:custGeom>
                  <a:rect b="b" l="l" r="r" t="t"/>
                  <a:pathLst>
                    <a:path extrusionOk="0" h="275" w="8330">
                      <a:moveTo>
                        <a:pt x="183" y="0"/>
                      </a:moveTo>
                      <a:cubicBezTo>
                        <a:pt x="1" y="0"/>
                        <a:pt x="1" y="274"/>
                        <a:pt x="183" y="274"/>
                      </a:cubicBezTo>
                      <a:lnTo>
                        <a:pt x="8147" y="274"/>
                      </a:lnTo>
                      <a:cubicBezTo>
                        <a:pt x="8329" y="274"/>
                        <a:pt x="8329" y="0"/>
                        <a:pt x="814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8"/>
                <p:cNvSpPr/>
                <p:nvPr/>
              </p:nvSpPr>
              <p:spPr>
                <a:xfrm>
                  <a:off x="6731550" y="4222225"/>
                  <a:ext cx="171775" cy="6875"/>
                </a:xfrm>
                <a:custGeom>
                  <a:rect b="b" l="l" r="r" t="t"/>
                  <a:pathLst>
                    <a:path extrusionOk="0" h="275" w="6871">
                      <a:moveTo>
                        <a:pt x="183" y="1"/>
                      </a:moveTo>
                      <a:cubicBezTo>
                        <a:pt x="1" y="1"/>
                        <a:pt x="1" y="274"/>
                        <a:pt x="183" y="274"/>
                      </a:cubicBezTo>
                      <a:lnTo>
                        <a:pt x="6688" y="274"/>
                      </a:lnTo>
                      <a:cubicBezTo>
                        <a:pt x="6870" y="274"/>
                        <a:pt x="6870" y="1"/>
                        <a:pt x="66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5" name="Google Shape;925;p8"/>
              <p:cNvSpPr/>
              <p:nvPr/>
            </p:nvSpPr>
            <p:spPr>
              <a:xfrm>
                <a:off x="7611675" y="685500"/>
                <a:ext cx="113100" cy="234850"/>
              </a:xfrm>
              <a:custGeom>
                <a:rect b="b" l="l" r="r" t="t"/>
                <a:pathLst>
                  <a:path extrusionOk="0" h="9394" w="4524">
                    <a:moveTo>
                      <a:pt x="0" y="0"/>
                    </a:moveTo>
                    <a:lnTo>
                      <a:pt x="1690" y="310"/>
                    </a:lnTo>
                    <a:lnTo>
                      <a:pt x="4524" y="9394"/>
                    </a:lnTo>
                    <a:lnTo>
                      <a:pt x="2095" y="8918"/>
                    </a:lnTo>
                    <a:lnTo>
                      <a:pt x="285" y="241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sp>
          <p:nvSpPr>
            <p:cNvPr id="926" name="Google Shape;926;p8"/>
            <p:cNvSpPr/>
            <p:nvPr/>
          </p:nvSpPr>
          <p:spPr>
            <a:xfrm>
              <a:off x="8246275" y="2732775"/>
              <a:ext cx="48225" cy="160750"/>
            </a:xfrm>
            <a:custGeom>
              <a:rect b="b" l="l" r="r" t="t"/>
              <a:pathLst>
                <a:path extrusionOk="0" h="6430" w="1929">
                  <a:moveTo>
                    <a:pt x="762" y="0"/>
                  </a:moveTo>
                  <a:lnTo>
                    <a:pt x="0" y="3739"/>
                  </a:lnTo>
                  <a:lnTo>
                    <a:pt x="833" y="6430"/>
                  </a:lnTo>
                  <a:lnTo>
                    <a:pt x="1929" y="7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</p:grpSp>
      <p:sp>
        <p:nvSpPr>
          <p:cNvPr id="927" name="Google Shape;927;p8"/>
          <p:cNvSpPr txBox="1"/>
          <p:nvPr/>
        </p:nvSpPr>
        <p:spPr>
          <a:xfrm>
            <a:off x="773525" y="1656925"/>
            <a:ext cx="58188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i="0" lang="fr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Automatsko zakazivanje sastanaka </a:t>
            </a:r>
            <a:endParaRPr b="1" i="0" sz="1900" u="none" cap="none" strike="noStrike">
              <a:solidFill>
                <a:schemeClr val="dk1"/>
              </a:solidFill>
              <a:highlight>
                <a:srgbClr val="F8F9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i="0" lang="fr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Rezervisanje termina za fokusirani rad 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i="0" lang="fr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Otklanjanje podudaranja u kalendarima 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b="1" i="0" lang="fr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Uvid u dostupnost 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i="0" lang="fr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Ažuriranja kalendara u stvarnom vremenu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i="0" lang="fr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Integracija s popularnim kalendarskim aplikacijama</a:t>
            </a:r>
            <a:r>
              <a:rPr b="0" i="0" lang="f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9"/>
          <p:cNvSpPr txBox="1"/>
          <p:nvPr>
            <p:ph idx="1" type="subTitle"/>
          </p:nvPr>
        </p:nvSpPr>
        <p:spPr>
          <a:xfrm>
            <a:off x="4834650" y="2283350"/>
            <a:ext cx="32544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fr" sz="1700"/>
              <a:t>Također, integracija omogućava zakazivanje sastanaka, optimizaciju dana i uvid u dostupnost tima. </a:t>
            </a:r>
            <a:endParaRPr sz="1700"/>
          </a:p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fr" sz="1700"/>
              <a:t>Povezuje se i sa Zapier-om za integraciju sa stotinama drugih alata.</a:t>
            </a:r>
            <a:endParaRPr sz="1700"/>
          </a:p>
        </p:txBody>
      </p:sp>
      <p:sp>
        <p:nvSpPr>
          <p:cNvPr id="933" name="Google Shape;933;p9"/>
          <p:cNvSpPr txBox="1"/>
          <p:nvPr>
            <p:ph idx="3" type="subTitle"/>
          </p:nvPr>
        </p:nvSpPr>
        <p:spPr>
          <a:xfrm>
            <a:off x="1000650" y="2400875"/>
            <a:ext cx="32562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fr" sz="1700"/>
              <a:t>Integracija sa aplikacijama:</a:t>
            </a:r>
            <a:endParaRPr sz="1700"/>
          </a:p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Google Calendar,</a:t>
            </a:r>
            <a:endParaRPr sz="1700"/>
          </a:p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Outlook, </a:t>
            </a:r>
            <a:endParaRPr sz="1700"/>
          </a:p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Zoom </a:t>
            </a:r>
            <a:endParaRPr sz="1700"/>
          </a:p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Slack, itd.</a:t>
            </a:r>
            <a:endParaRPr sz="1700"/>
          </a:p>
          <a:p>
            <a: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fr" sz="1700"/>
              <a:t>Ovo omogućava automatsku sinhronizaciju i upravljanje rasporedom bez ručnog unosa. </a:t>
            </a:r>
            <a:endParaRPr sz="1700"/>
          </a:p>
        </p:txBody>
      </p:sp>
      <p:grpSp>
        <p:nvGrpSpPr>
          <p:cNvPr id="934" name="Google Shape;934;p9"/>
          <p:cNvGrpSpPr/>
          <p:nvPr/>
        </p:nvGrpSpPr>
        <p:grpSpPr>
          <a:xfrm>
            <a:off x="4196835" y="1223268"/>
            <a:ext cx="846595" cy="2823748"/>
            <a:chOff x="-3953508" y="3353725"/>
            <a:chExt cx="468223" cy="1561721"/>
          </a:xfrm>
        </p:grpSpPr>
        <p:sp>
          <p:nvSpPr>
            <p:cNvPr id="935" name="Google Shape;935;p9"/>
            <p:cNvSpPr/>
            <p:nvPr/>
          </p:nvSpPr>
          <p:spPr>
            <a:xfrm>
              <a:off x="-3953508" y="4838471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-3539535" y="3353725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7" name="Google Shape;937;p9"/>
          <p:cNvSpPr txBox="1"/>
          <p:nvPr>
            <p:ph idx="4" type="title"/>
          </p:nvPr>
        </p:nvSpPr>
        <p:spPr>
          <a:xfrm>
            <a:off x="0" y="0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"/>
              <a:t> Integracija sa popularnim kalendarskim aplikacijama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0"/>
          <p:cNvSpPr/>
          <p:nvPr/>
        </p:nvSpPr>
        <p:spPr>
          <a:xfrm rot="-565555">
            <a:off x="-157784" y="1414217"/>
            <a:ext cx="9695140" cy="5531999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0"/>
          <p:cNvSpPr txBox="1"/>
          <p:nvPr>
            <p:ph idx="1" type="body"/>
          </p:nvPr>
        </p:nvSpPr>
        <p:spPr>
          <a:xfrm>
            <a:off x="-20700" y="1022525"/>
            <a:ext cx="9185400" cy="15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Clockwise je prvenstveno namijenjen tehnološkim kompanijama i timovima koji rade u dinamičnim okruženjima, gdje je efikasno upravljanje vremenom ključno, kao i za rad u hibridnom okruženju.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Koristi ga preko 15.000 organizacija. 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Clockwise je  svestran i može se koristiti u različitim poslovnim sektorima, a neki od njih su nabrojani u nastavku: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  <p:grpSp>
        <p:nvGrpSpPr>
          <p:cNvPr id="944" name="Google Shape;944;p10"/>
          <p:cNvGrpSpPr/>
          <p:nvPr/>
        </p:nvGrpSpPr>
        <p:grpSpPr>
          <a:xfrm flipH="1">
            <a:off x="1054769" y="813335"/>
            <a:ext cx="6357928" cy="3622750"/>
            <a:chOff x="-5203576" y="3127004"/>
            <a:chExt cx="3516359" cy="2003623"/>
          </a:xfrm>
        </p:grpSpPr>
        <p:sp>
          <p:nvSpPr>
            <p:cNvPr id="945" name="Google Shape;945;p10"/>
            <p:cNvSpPr/>
            <p:nvPr/>
          </p:nvSpPr>
          <p:spPr>
            <a:xfrm>
              <a:off x="-5203576" y="3414690"/>
              <a:ext cx="54050" cy="46300"/>
            </a:xfrm>
            <a:custGeom>
              <a:rect b="b" l="l" r="r" t="t"/>
              <a:pathLst>
                <a:path extrusionOk="0" h="1852" w="2162">
                  <a:moveTo>
                    <a:pt x="1236" y="497"/>
                  </a:moveTo>
                  <a:cubicBezTo>
                    <a:pt x="1481" y="497"/>
                    <a:pt x="1673" y="689"/>
                    <a:pt x="1673" y="926"/>
                  </a:cubicBezTo>
                  <a:cubicBezTo>
                    <a:pt x="1673" y="1186"/>
                    <a:pt x="1460" y="1358"/>
                    <a:pt x="1238" y="1358"/>
                  </a:cubicBezTo>
                  <a:cubicBezTo>
                    <a:pt x="1131" y="1358"/>
                    <a:pt x="1022" y="1318"/>
                    <a:pt x="933" y="1230"/>
                  </a:cubicBezTo>
                  <a:cubicBezTo>
                    <a:pt x="659" y="963"/>
                    <a:pt x="851" y="497"/>
                    <a:pt x="1236" y="497"/>
                  </a:cubicBezTo>
                  <a:close/>
                  <a:moveTo>
                    <a:pt x="1233" y="1"/>
                  </a:moveTo>
                  <a:cubicBezTo>
                    <a:pt x="1006" y="1"/>
                    <a:pt x="774" y="85"/>
                    <a:pt x="585" y="275"/>
                  </a:cubicBezTo>
                  <a:cubicBezTo>
                    <a:pt x="0" y="859"/>
                    <a:pt x="415" y="1851"/>
                    <a:pt x="1236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8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0"/>
            <p:cNvSpPr/>
            <p:nvPr/>
          </p:nvSpPr>
          <p:spPr>
            <a:xfrm>
              <a:off x="-1768142" y="5052852"/>
              <a:ext cx="80925" cy="77775"/>
            </a:xfrm>
            <a:custGeom>
              <a:rect b="b" l="l" r="r" t="t"/>
              <a:pathLst>
                <a:path extrusionOk="0" h="3111" w="3237">
                  <a:moveTo>
                    <a:pt x="1638" y="1"/>
                  </a:moveTo>
                  <a:cubicBezTo>
                    <a:pt x="1509" y="1"/>
                    <a:pt x="1382" y="90"/>
                    <a:pt x="1393" y="267"/>
                  </a:cubicBezTo>
                  <a:lnTo>
                    <a:pt x="1393" y="1311"/>
                  </a:lnTo>
                  <a:lnTo>
                    <a:pt x="349" y="1311"/>
                  </a:lnTo>
                  <a:cubicBezTo>
                    <a:pt x="342" y="1311"/>
                    <a:pt x="334" y="1310"/>
                    <a:pt x="327" y="1310"/>
                  </a:cubicBezTo>
                  <a:cubicBezTo>
                    <a:pt x="1" y="1310"/>
                    <a:pt x="1" y="1800"/>
                    <a:pt x="327" y="1800"/>
                  </a:cubicBezTo>
                  <a:cubicBezTo>
                    <a:pt x="334" y="1800"/>
                    <a:pt x="342" y="1800"/>
                    <a:pt x="349" y="1800"/>
                  </a:cubicBezTo>
                  <a:lnTo>
                    <a:pt x="1393" y="1800"/>
                  </a:lnTo>
                  <a:lnTo>
                    <a:pt x="1393" y="2844"/>
                  </a:lnTo>
                  <a:cubicBezTo>
                    <a:pt x="1382" y="3021"/>
                    <a:pt x="1509" y="3110"/>
                    <a:pt x="1638" y="3110"/>
                  </a:cubicBezTo>
                  <a:cubicBezTo>
                    <a:pt x="1767" y="3110"/>
                    <a:pt x="1896" y="3021"/>
                    <a:pt x="1889" y="2844"/>
                  </a:cubicBezTo>
                  <a:lnTo>
                    <a:pt x="1889" y="1800"/>
                  </a:lnTo>
                  <a:lnTo>
                    <a:pt x="2925" y="1800"/>
                  </a:lnTo>
                  <a:cubicBezTo>
                    <a:pt x="3236" y="1785"/>
                    <a:pt x="3236" y="1326"/>
                    <a:pt x="2925" y="1311"/>
                  </a:cubicBezTo>
                  <a:lnTo>
                    <a:pt x="1889" y="1311"/>
                  </a:lnTo>
                  <a:lnTo>
                    <a:pt x="1889" y="267"/>
                  </a:lnTo>
                  <a:cubicBezTo>
                    <a:pt x="1896" y="90"/>
                    <a:pt x="1767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0"/>
            <p:cNvSpPr/>
            <p:nvPr/>
          </p:nvSpPr>
          <p:spPr>
            <a:xfrm>
              <a:off x="-4940646" y="3127004"/>
              <a:ext cx="80900" cy="76975"/>
            </a:xfrm>
            <a:custGeom>
              <a:rect b="b" l="l" r="r" t="t"/>
              <a:pathLst>
                <a:path extrusionOk="0" h="3079" w="3236">
                  <a:moveTo>
                    <a:pt x="1637" y="1"/>
                  </a:moveTo>
                  <a:cubicBezTo>
                    <a:pt x="1515" y="1"/>
                    <a:pt x="1392" y="82"/>
                    <a:pt x="1392" y="245"/>
                  </a:cubicBezTo>
                  <a:lnTo>
                    <a:pt x="1392" y="1296"/>
                  </a:lnTo>
                  <a:lnTo>
                    <a:pt x="349" y="1296"/>
                  </a:lnTo>
                  <a:cubicBezTo>
                    <a:pt x="341" y="1296"/>
                    <a:pt x="334" y="1296"/>
                    <a:pt x="327" y="1296"/>
                  </a:cubicBezTo>
                  <a:cubicBezTo>
                    <a:pt x="0" y="1296"/>
                    <a:pt x="0" y="1786"/>
                    <a:pt x="327" y="1786"/>
                  </a:cubicBezTo>
                  <a:cubicBezTo>
                    <a:pt x="334" y="1786"/>
                    <a:pt x="341" y="1785"/>
                    <a:pt x="349" y="1785"/>
                  </a:cubicBezTo>
                  <a:lnTo>
                    <a:pt x="1392" y="1785"/>
                  </a:lnTo>
                  <a:lnTo>
                    <a:pt x="1392" y="2829"/>
                  </a:lnTo>
                  <a:cubicBezTo>
                    <a:pt x="1392" y="2995"/>
                    <a:pt x="1515" y="3079"/>
                    <a:pt x="1637" y="3079"/>
                  </a:cubicBezTo>
                  <a:cubicBezTo>
                    <a:pt x="1759" y="3079"/>
                    <a:pt x="1881" y="2995"/>
                    <a:pt x="1881" y="2829"/>
                  </a:cubicBezTo>
                  <a:lnTo>
                    <a:pt x="1881" y="1785"/>
                  </a:lnTo>
                  <a:lnTo>
                    <a:pt x="2925" y="1785"/>
                  </a:lnTo>
                  <a:cubicBezTo>
                    <a:pt x="3236" y="1763"/>
                    <a:pt x="3236" y="1311"/>
                    <a:pt x="2925" y="1289"/>
                  </a:cubicBezTo>
                  <a:lnTo>
                    <a:pt x="2925" y="1296"/>
                  </a:lnTo>
                  <a:lnTo>
                    <a:pt x="1881" y="1296"/>
                  </a:lnTo>
                  <a:lnTo>
                    <a:pt x="1881" y="245"/>
                  </a:lnTo>
                  <a:cubicBezTo>
                    <a:pt x="1881" y="82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8" name="Google Shape;948;p10"/>
          <p:cNvSpPr txBox="1"/>
          <p:nvPr/>
        </p:nvSpPr>
        <p:spPr>
          <a:xfrm>
            <a:off x="0" y="89250"/>
            <a:ext cx="85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" sz="28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Primjena Clockwise alata u poslovnim sektorima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10"/>
          <p:cNvSpPr txBox="1"/>
          <p:nvPr/>
        </p:nvSpPr>
        <p:spPr>
          <a:xfrm>
            <a:off x="696300" y="2299650"/>
            <a:ext cx="6716400" cy="2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arabicPeriod"/>
            </a:pPr>
            <a: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Marketinške  agencije</a:t>
            </a:r>
            <a:b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0" i="0" sz="14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arabicPeriod"/>
            </a:pPr>
            <a: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Konsultantske  firme</a:t>
            </a:r>
            <a:b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0" i="0" sz="14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arabicPeriod"/>
            </a:pPr>
            <a: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Obrazovne ustanove</a:t>
            </a:r>
            <a:b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0" i="0" sz="14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arabicPeriod"/>
            </a:pPr>
            <a: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Zdravstvene ustanove</a:t>
            </a:r>
            <a:b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0" i="0" sz="14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AutoNum type="arabicPeriod"/>
            </a:pPr>
            <a: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Neprofitne organizacije</a:t>
            </a:r>
            <a:br>
              <a:rPr b="0" i="0" lang="fr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0" i="0" sz="1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2"/>
          <p:cNvSpPr/>
          <p:nvPr/>
        </p:nvSpPr>
        <p:spPr>
          <a:xfrm rot="9588918">
            <a:off x="-2996412" y="-961566"/>
            <a:ext cx="9695402" cy="5531998"/>
          </a:xfrm>
          <a:custGeom>
            <a:rect b="b" l="l" r="r" t="t"/>
            <a:pathLst>
              <a:path extrusionOk="0" h="107096" w="234188">
                <a:moveTo>
                  <a:pt x="234187" y="1"/>
                </a:moveTo>
                <a:lnTo>
                  <a:pt x="234187" y="1"/>
                </a:lnTo>
                <a:cubicBezTo>
                  <a:pt x="212526" y="12734"/>
                  <a:pt x="188843" y="26119"/>
                  <a:pt x="158437" y="29332"/>
                </a:cubicBezTo>
                <a:cubicBezTo>
                  <a:pt x="147540" y="30487"/>
                  <a:pt x="136213" y="30258"/>
                  <a:pt x="125582" y="32042"/>
                </a:cubicBezTo>
                <a:cubicBezTo>
                  <a:pt x="107177" y="35136"/>
                  <a:pt x="93274" y="43798"/>
                  <a:pt x="82014" y="52763"/>
                </a:cubicBezTo>
                <a:cubicBezTo>
                  <a:pt x="70761" y="61721"/>
                  <a:pt x="60892" y="71501"/>
                  <a:pt x="46219" y="78630"/>
                </a:cubicBezTo>
                <a:cubicBezTo>
                  <a:pt x="37313" y="82954"/>
                  <a:pt x="26904" y="86152"/>
                  <a:pt x="17887" y="90401"/>
                </a:cubicBezTo>
                <a:cubicBezTo>
                  <a:pt x="8863" y="94658"/>
                  <a:pt x="986" y="100396"/>
                  <a:pt x="1" y="107096"/>
                </a:cubicBezTo>
                <a:lnTo>
                  <a:pt x="227976" y="107096"/>
                </a:lnTo>
                <a:lnTo>
                  <a:pt x="234187" y="1"/>
                </a:lnTo>
                <a:close/>
              </a:path>
            </a:pathLst>
          </a:custGeom>
          <a:solidFill>
            <a:srgbClr val="F4B04E">
              <a:alpha val="4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2"/>
          <p:cNvSpPr txBox="1"/>
          <p:nvPr>
            <p:ph type="title"/>
          </p:nvPr>
        </p:nvSpPr>
        <p:spPr>
          <a:xfrm>
            <a:off x="2148750" y="2719200"/>
            <a:ext cx="609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"/>
              <a:t>Način upotrebe Clockwise alata </a:t>
            </a:r>
            <a:endParaRPr/>
          </a:p>
        </p:txBody>
      </p:sp>
      <p:sp>
        <p:nvSpPr>
          <p:cNvPr id="956" name="Google Shape;956;p12"/>
          <p:cNvSpPr txBox="1"/>
          <p:nvPr>
            <p:ph idx="2" type="title"/>
          </p:nvPr>
        </p:nvSpPr>
        <p:spPr>
          <a:xfrm>
            <a:off x="2148750" y="1220375"/>
            <a:ext cx="609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"/>
              <a:t>03</a:t>
            </a:r>
            <a:endParaRPr/>
          </a:p>
        </p:txBody>
      </p:sp>
      <p:sp>
        <p:nvSpPr>
          <p:cNvPr id="957" name="Google Shape;957;p12"/>
          <p:cNvSpPr/>
          <p:nvPr/>
        </p:nvSpPr>
        <p:spPr>
          <a:xfrm rot="10800000">
            <a:off x="6174669" y="3274738"/>
            <a:ext cx="3154029" cy="2496714"/>
          </a:xfrm>
          <a:custGeom>
            <a:rect b="b" l="l" r="r" t="t"/>
            <a:pathLst>
              <a:path extrusionOk="0" h="73255" w="92541">
                <a:moveTo>
                  <a:pt x="2450" y="0"/>
                </a:moveTo>
                <a:lnTo>
                  <a:pt x="0" y="73255"/>
                </a:lnTo>
                <a:lnTo>
                  <a:pt x="0" y="73255"/>
                </a:lnTo>
                <a:cubicBezTo>
                  <a:pt x="8558" y="64541"/>
                  <a:pt x="17916" y="55391"/>
                  <a:pt x="29931" y="53192"/>
                </a:cubicBezTo>
                <a:cubicBezTo>
                  <a:pt x="34240" y="52400"/>
                  <a:pt x="38712" y="52556"/>
                  <a:pt x="42917" y="51341"/>
                </a:cubicBezTo>
                <a:cubicBezTo>
                  <a:pt x="50187" y="49224"/>
                  <a:pt x="55680" y="43294"/>
                  <a:pt x="60129" y="37164"/>
                </a:cubicBezTo>
                <a:cubicBezTo>
                  <a:pt x="64578" y="31042"/>
                  <a:pt x="68480" y="24349"/>
                  <a:pt x="74277" y="19470"/>
                </a:cubicBezTo>
                <a:cubicBezTo>
                  <a:pt x="77793" y="16509"/>
                  <a:pt x="81909" y="14325"/>
                  <a:pt x="85470" y="11416"/>
                </a:cubicBezTo>
                <a:cubicBezTo>
                  <a:pt x="89039" y="8514"/>
                  <a:pt x="92148" y="4583"/>
                  <a:pt x="92540" y="0"/>
                </a:cubicBezTo>
                <a:close/>
              </a:path>
            </a:pathLst>
          </a:custGeom>
          <a:solidFill>
            <a:srgbClr val="9580FF">
              <a:alpha val="5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8" name="Google Shape;958;p12"/>
          <p:cNvGrpSpPr/>
          <p:nvPr/>
        </p:nvGrpSpPr>
        <p:grpSpPr>
          <a:xfrm>
            <a:off x="3380204" y="735067"/>
            <a:ext cx="577623" cy="608195"/>
            <a:chOff x="-4992271" y="2449430"/>
            <a:chExt cx="577623" cy="608195"/>
          </a:xfrm>
        </p:grpSpPr>
        <p:sp>
          <p:nvSpPr>
            <p:cNvPr id="959" name="Google Shape;959;p12"/>
            <p:cNvSpPr/>
            <p:nvPr/>
          </p:nvSpPr>
          <p:spPr>
            <a:xfrm>
              <a:off x="-4992271" y="2449430"/>
              <a:ext cx="577623" cy="608195"/>
            </a:xfrm>
            <a:custGeom>
              <a:rect b="b" l="l" r="r" t="t"/>
              <a:pathLst>
                <a:path extrusionOk="0" h="21764" w="20670">
                  <a:moveTo>
                    <a:pt x="3800" y="0"/>
                  </a:moveTo>
                  <a:cubicBezTo>
                    <a:pt x="1703" y="0"/>
                    <a:pt x="1" y="1703"/>
                    <a:pt x="1" y="3800"/>
                  </a:cubicBezTo>
                  <a:lnTo>
                    <a:pt x="1" y="17964"/>
                  </a:lnTo>
                  <a:cubicBezTo>
                    <a:pt x="1" y="20061"/>
                    <a:pt x="1703" y="21764"/>
                    <a:pt x="3800" y="21764"/>
                  </a:cubicBezTo>
                  <a:lnTo>
                    <a:pt x="16901" y="21764"/>
                  </a:lnTo>
                  <a:cubicBezTo>
                    <a:pt x="18998" y="21764"/>
                    <a:pt x="20670" y="20061"/>
                    <a:pt x="20670" y="17964"/>
                  </a:cubicBezTo>
                  <a:lnTo>
                    <a:pt x="20670" y="3800"/>
                  </a:lnTo>
                  <a:cubicBezTo>
                    <a:pt x="20670" y="1703"/>
                    <a:pt x="18998" y="0"/>
                    <a:pt x="1690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2"/>
            <p:cNvSpPr/>
            <p:nvPr/>
          </p:nvSpPr>
          <p:spPr>
            <a:xfrm>
              <a:off x="-4822393" y="2542850"/>
              <a:ext cx="238734" cy="303287"/>
            </a:xfrm>
            <a:custGeom>
              <a:rect b="b" l="l" r="r" t="t"/>
              <a:pathLst>
                <a:path extrusionOk="0" h="10853" w="8543">
                  <a:moveTo>
                    <a:pt x="4256" y="1"/>
                  </a:moveTo>
                  <a:cubicBezTo>
                    <a:pt x="1916" y="1"/>
                    <a:pt x="1" y="1916"/>
                    <a:pt x="1" y="4256"/>
                  </a:cubicBezTo>
                  <a:lnTo>
                    <a:pt x="1" y="10852"/>
                  </a:lnTo>
                  <a:lnTo>
                    <a:pt x="8542" y="10852"/>
                  </a:lnTo>
                  <a:lnTo>
                    <a:pt x="8542" y="4256"/>
                  </a:lnTo>
                  <a:cubicBezTo>
                    <a:pt x="8542" y="1916"/>
                    <a:pt x="6627" y="1"/>
                    <a:pt x="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2"/>
            <p:cNvSpPr/>
            <p:nvPr/>
          </p:nvSpPr>
          <p:spPr>
            <a:xfrm>
              <a:off x="-4790117" y="2834652"/>
              <a:ext cx="151238" cy="129553"/>
            </a:xfrm>
            <a:custGeom>
              <a:rect b="b" l="l" r="r" t="t"/>
              <a:pathLst>
                <a:path extrusionOk="0" h="4636" w="5412">
                  <a:moveTo>
                    <a:pt x="3080" y="1"/>
                  </a:moveTo>
                  <a:cubicBezTo>
                    <a:pt x="2511" y="1"/>
                    <a:pt x="1932" y="212"/>
                    <a:pt x="1460" y="684"/>
                  </a:cubicBezTo>
                  <a:cubicBezTo>
                    <a:pt x="1" y="2143"/>
                    <a:pt x="1034" y="4635"/>
                    <a:pt x="3101" y="4635"/>
                  </a:cubicBezTo>
                  <a:cubicBezTo>
                    <a:pt x="4378" y="4635"/>
                    <a:pt x="5411" y="3602"/>
                    <a:pt x="5411" y="2325"/>
                  </a:cubicBezTo>
                  <a:cubicBezTo>
                    <a:pt x="5411" y="926"/>
                    <a:pt x="4270" y="1"/>
                    <a:pt x="3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2"/>
            <p:cNvSpPr/>
            <p:nvPr/>
          </p:nvSpPr>
          <p:spPr>
            <a:xfrm>
              <a:off x="-4871660" y="2695765"/>
              <a:ext cx="337268" cy="203887"/>
            </a:xfrm>
            <a:custGeom>
              <a:rect b="b" l="l" r="r" t="t"/>
              <a:pathLst>
                <a:path extrusionOk="0" h="7296" w="12069">
                  <a:moveTo>
                    <a:pt x="6019" y="0"/>
                  </a:moveTo>
                  <a:cubicBezTo>
                    <a:pt x="2706" y="0"/>
                    <a:pt x="1" y="3678"/>
                    <a:pt x="1" y="5228"/>
                  </a:cubicBezTo>
                  <a:cubicBezTo>
                    <a:pt x="1" y="6809"/>
                    <a:pt x="2706" y="7295"/>
                    <a:pt x="6019" y="7295"/>
                  </a:cubicBezTo>
                  <a:cubicBezTo>
                    <a:pt x="9363" y="7295"/>
                    <a:pt x="12068" y="6809"/>
                    <a:pt x="12068" y="5228"/>
                  </a:cubicBezTo>
                  <a:cubicBezTo>
                    <a:pt x="12068" y="3678"/>
                    <a:pt x="9363" y="0"/>
                    <a:pt x="6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2"/>
            <p:cNvSpPr/>
            <p:nvPr/>
          </p:nvSpPr>
          <p:spPr>
            <a:xfrm>
              <a:off x="-4779917" y="2592117"/>
              <a:ext cx="73942" cy="146991"/>
            </a:xfrm>
            <a:custGeom>
              <a:rect b="b" l="l" r="r" t="t"/>
              <a:pathLst>
                <a:path extrusionOk="0" h="5260" w="2646">
                  <a:moveTo>
                    <a:pt x="1885" y="1"/>
                  </a:moveTo>
                  <a:cubicBezTo>
                    <a:pt x="852" y="1"/>
                    <a:pt x="1" y="852"/>
                    <a:pt x="1" y="1885"/>
                  </a:cubicBezTo>
                  <a:lnTo>
                    <a:pt x="1" y="4682"/>
                  </a:lnTo>
                  <a:cubicBezTo>
                    <a:pt x="1" y="4986"/>
                    <a:pt x="274" y="5259"/>
                    <a:pt x="578" y="5259"/>
                  </a:cubicBezTo>
                  <a:cubicBezTo>
                    <a:pt x="882" y="5259"/>
                    <a:pt x="1156" y="4986"/>
                    <a:pt x="1156" y="4682"/>
                  </a:cubicBezTo>
                  <a:lnTo>
                    <a:pt x="1156" y="1885"/>
                  </a:lnTo>
                  <a:cubicBezTo>
                    <a:pt x="1156" y="1490"/>
                    <a:pt x="1460" y="1156"/>
                    <a:pt x="1885" y="1156"/>
                  </a:cubicBezTo>
                  <a:cubicBezTo>
                    <a:pt x="2645" y="1156"/>
                    <a:pt x="2645" y="1"/>
                    <a:pt x="1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4" name="Google Shape;964;p12"/>
          <p:cNvGrpSpPr/>
          <p:nvPr/>
        </p:nvGrpSpPr>
        <p:grpSpPr>
          <a:xfrm flipH="1">
            <a:off x="7814283" y="4397100"/>
            <a:ext cx="1855981" cy="404387"/>
            <a:chOff x="373708" y="2493184"/>
            <a:chExt cx="1855981" cy="404387"/>
          </a:xfrm>
        </p:grpSpPr>
        <p:sp>
          <p:nvSpPr>
            <p:cNvPr id="965" name="Google Shape;965;p12"/>
            <p:cNvSpPr/>
            <p:nvPr/>
          </p:nvSpPr>
          <p:spPr>
            <a:xfrm>
              <a:off x="373708" y="2710857"/>
              <a:ext cx="1855981" cy="186714"/>
            </a:xfrm>
            <a:custGeom>
              <a:rect b="b" l="l" r="r" t="t"/>
              <a:pathLst>
                <a:path extrusionOk="0" h="6242" w="62047">
                  <a:moveTo>
                    <a:pt x="31390" y="1"/>
                  </a:moveTo>
                  <a:cubicBezTo>
                    <a:pt x="14459" y="1"/>
                    <a:pt x="0" y="1"/>
                    <a:pt x="741" y="3369"/>
                  </a:cubicBezTo>
                  <a:cubicBezTo>
                    <a:pt x="1141" y="5205"/>
                    <a:pt x="14459" y="6242"/>
                    <a:pt x="31390" y="6242"/>
                  </a:cubicBezTo>
                  <a:cubicBezTo>
                    <a:pt x="48321" y="6242"/>
                    <a:pt x="62047" y="5228"/>
                    <a:pt x="62047" y="3369"/>
                  </a:cubicBezTo>
                  <a:cubicBezTo>
                    <a:pt x="62047" y="1"/>
                    <a:pt x="48321" y="1"/>
                    <a:pt x="31390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2"/>
            <p:cNvSpPr/>
            <p:nvPr/>
          </p:nvSpPr>
          <p:spPr>
            <a:xfrm>
              <a:off x="1809358" y="2495188"/>
              <a:ext cx="255363" cy="290779"/>
            </a:xfrm>
            <a:custGeom>
              <a:rect b="b" l="l" r="r" t="t"/>
              <a:pathLst>
                <a:path extrusionOk="0" h="9721" w="8537">
                  <a:moveTo>
                    <a:pt x="1296" y="0"/>
                  </a:moveTo>
                  <a:lnTo>
                    <a:pt x="1" y="4945"/>
                  </a:lnTo>
                  <a:lnTo>
                    <a:pt x="1304" y="9721"/>
                  </a:lnTo>
                  <a:cubicBezTo>
                    <a:pt x="1304" y="9721"/>
                    <a:pt x="5390" y="7759"/>
                    <a:pt x="8529" y="6463"/>
                  </a:cubicBezTo>
                  <a:lnTo>
                    <a:pt x="8537" y="3295"/>
                  </a:lnTo>
                  <a:cubicBezTo>
                    <a:pt x="5427" y="2036"/>
                    <a:pt x="1296" y="0"/>
                    <a:pt x="1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2"/>
            <p:cNvSpPr/>
            <p:nvPr/>
          </p:nvSpPr>
          <p:spPr>
            <a:xfrm>
              <a:off x="2064691" y="2593720"/>
              <a:ext cx="100566" cy="94823"/>
            </a:xfrm>
            <a:custGeom>
              <a:rect b="b" l="l" r="r" t="t"/>
              <a:pathLst>
                <a:path extrusionOk="0" h="3170" w="3362">
                  <a:moveTo>
                    <a:pt x="1" y="1"/>
                  </a:moveTo>
                  <a:lnTo>
                    <a:pt x="1" y="3169"/>
                  </a:lnTo>
                  <a:cubicBezTo>
                    <a:pt x="719" y="2873"/>
                    <a:pt x="1348" y="2606"/>
                    <a:pt x="1792" y="2414"/>
                  </a:cubicBezTo>
                  <a:cubicBezTo>
                    <a:pt x="3362" y="1733"/>
                    <a:pt x="2318" y="941"/>
                    <a:pt x="1777" y="7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2"/>
            <p:cNvSpPr/>
            <p:nvPr/>
          </p:nvSpPr>
          <p:spPr>
            <a:xfrm>
              <a:off x="718061" y="2591506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2"/>
            <p:cNvSpPr/>
            <p:nvPr/>
          </p:nvSpPr>
          <p:spPr>
            <a:xfrm>
              <a:off x="718061" y="2689829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1"/>
                  </a:moveTo>
                  <a:cubicBezTo>
                    <a:pt x="608" y="1"/>
                    <a:pt x="0" y="733"/>
                    <a:pt x="0" y="1644"/>
                  </a:cubicBezTo>
                  <a:cubicBezTo>
                    <a:pt x="0" y="2547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47"/>
                    <a:pt x="38749" y="1644"/>
                  </a:cubicBezTo>
                  <a:cubicBezTo>
                    <a:pt x="38749" y="741"/>
                    <a:pt x="38142" y="1"/>
                    <a:pt x="37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2"/>
            <p:cNvSpPr/>
            <p:nvPr/>
          </p:nvSpPr>
          <p:spPr>
            <a:xfrm>
              <a:off x="718061" y="2493184"/>
              <a:ext cx="1159079" cy="98352"/>
            </a:xfrm>
            <a:custGeom>
              <a:rect b="b" l="l" r="r" t="t"/>
              <a:pathLst>
                <a:path extrusionOk="0" h="3288" w="38749">
                  <a:moveTo>
                    <a:pt x="1355" y="0"/>
                  </a:moveTo>
                  <a:cubicBezTo>
                    <a:pt x="608" y="0"/>
                    <a:pt x="0" y="741"/>
                    <a:pt x="0" y="1644"/>
                  </a:cubicBezTo>
                  <a:cubicBezTo>
                    <a:pt x="0" y="2555"/>
                    <a:pt x="608" y="3288"/>
                    <a:pt x="1355" y="3288"/>
                  </a:cubicBezTo>
                  <a:lnTo>
                    <a:pt x="37394" y="3288"/>
                  </a:lnTo>
                  <a:cubicBezTo>
                    <a:pt x="38142" y="3288"/>
                    <a:pt x="38749" y="2555"/>
                    <a:pt x="38749" y="1644"/>
                  </a:cubicBezTo>
                  <a:cubicBezTo>
                    <a:pt x="38749" y="741"/>
                    <a:pt x="38142" y="0"/>
                    <a:pt x="373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2"/>
            <p:cNvSpPr/>
            <p:nvPr/>
          </p:nvSpPr>
          <p:spPr>
            <a:xfrm>
              <a:off x="712527" y="2493184"/>
              <a:ext cx="72209" cy="294997"/>
            </a:xfrm>
            <a:custGeom>
              <a:rect b="b" l="l" r="r" t="t"/>
              <a:pathLst>
                <a:path extrusionOk="0" h="9862" w="2414">
                  <a:moveTo>
                    <a:pt x="0" y="0"/>
                  </a:moveTo>
                  <a:lnTo>
                    <a:pt x="0" y="9862"/>
                  </a:lnTo>
                  <a:lnTo>
                    <a:pt x="2414" y="9862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2"/>
            <p:cNvSpPr/>
            <p:nvPr/>
          </p:nvSpPr>
          <p:spPr>
            <a:xfrm>
              <a:off x="531377" y="2493184"/>
              <a:ext cx="181180" cy="294997"/>
            </a:xfrm>
            <a:custGeom>
              <a:rect b="b" l="l" r="r" t="t"/>
              <a:pathLst>
                <a:path extrusionOk="0" h="9862" w="6057">
                  <a:moveTo>
                    <a:pt x="3428" y="0"/>
                  </a:moveTo>
                  <a:cubicBezTo>
                    <a:pt x="1540" y="0"/>
                    <a:pt x="1" y="2207"/>
                    <a:pt x="1" y="4931"/>
                  </a:cubicBezTo>
                  <a:cubicBezTo>
                    <a:pt x="1" y="7655"/>
                    <a:pt x="1533" y="9862"/>
                    <a:pt x="3428" y="9862"/>
                  </a:cubicBezTo>
                  <a:lnTo>
                    <a:pt x="6056" y="9862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12"/>
          <p:cNvGrpSpPr/>
          <p:nvPr/>
        </p:nvGrpSpPr>
        <p:grpSpPr>
          <a:xfrm flipH="1">
            <a:off x="2036995" y="1526768"/>
            <a:ext cx="4695118" cy="2997169"/>
            <a:chOff x="2769573" y="1526768"/>
            <a:chExt cx="4695118" cy="2997169"/>
          </a:xfrm>
        </p:grpSpPr>
        <p:grpSp>
          <p:nvGrpSpPr>
            <p:cNvPr id="974" name="Google Shape;974;p12"/>
            <p:cNvGrpSpPr/>
            <p:nvPr/>
          </p:nvGrpSpPr>
          <p:grpSpPr>
            <a:xfrm>
              <a:off x="4034765" y="1526768"/>
              <a:ext cx="3429926" cy="2997169"/>
              <a:chOff x="-4043143" y="3521580"/>
              <a:chExt cx="1896978" cy="1657634"/>
            </a:xfrm>
          </p:grpSpPr>
          <p:sp>
            <p:nvSpPr>
              <p:cNvPr id="975" name="Google Shape;975;p12"/>
              <p:cNvSpPr/>
              <p:nvPr/>
            </p:nvSpPr>
            <p:spPr>
              <a:xfrm>
                <a:off x="-3403742" y="3788280"/>
                <a:ext cx="81075" cy="77650"/>
              </a:xfrm>
              <a:custGeom>
                <a:rect b="b" l="l" r="r" t="t"/>
                <a:pathLst>
                  <a:path extrusionOk="0" h="3106" w="3243">
                    <a:moveTo>
                      <a:pt x="1618" y="0"/>
                    </a:moveTo>
                    <a:cubicBezTo>
                      <a:pt x="1488" y="0"/>
                      <a:pt x="1359" y="87"/>
                      <a:pt x="1370" y="261"/>
                    </a:cubicBezTo>
                    <a:lnTo>
                      <a:pt x="1370" y="1305"/>
                    </a:lnTo>
                    <a:lnTo>
                      <a:pt x="326" y="1305"/>
                    </a:lnTo>
                    <a:cubicBezTo>
                      <a:pt x="0" y="1305"/>
                      <a:pt x="0" y="1801"/>
                      <a:pt x="326" y="1801"/>
                    </a:cubicBezTo>
                    <a:lnTo>
                      <a:pt x="1370" y="1801"/>
                    </a:lnTo>
                    <a:lnTo>
                      <a:pt x="1370" y="2845"/>
                    </a:lnTo>
                    <a:cubicBezTo>
                      <a:pt x="1359" y="3019"/>
                      <a:pt x="1488" y="3106"/>
                      <a:pt x="1618" y="3106"/>
                    </a:cubicBezTo>
                    <a:cubicBezTo>
                      <a:pt x="1748" y="3106"/>
                      <a:pt x="1877" y="3019"/>
                      <a:pt x="1866" y="2845"/>
                    </a:cubicBezTo>
                    <a:lnTo>
                      <a:pt x="1866" y="1801"/>
                    </a:lnTo>
                    <a:lnTo>
                      <a:pt x="2910" y="1801"/>
                    </a:lnTo>
                    <a:cubicBezTo>
                      <a:pt x="3243" y="1801"/>
                      <a:pt x="3243" y="1305"/>
                      <a:pt x="2910" y="1305"/>
                    </a:cubicBezTo>
                    <a:lnTo>
                      <a:pt x="1866" y="1305"/>
                    </a:lnTo>
                    <a:lnTo>
                      <a:pt x="1866" y="261"/>
                    </a:lnTo>
                    <a:cubicBezTo>
                      <a:pt x="1877" y="87"/>
                      <a:pt x="1748" y="0"/>
                      <a:pt x="16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12"/>
              <p:cNvSpPr/>
              <p:nvPr/>
            </p:nvSpPr>
            <p:spPr>
              <a:xfrm>
                <a:off x="-2227090" y="5101439"/>
                <a:ext cx="80925" cy="77775"/>
              </a:xfrm>
              <a:custGeom>
                <a:rect b="b" l="l" r="r" t="t"/>
                <a:pathLst>
                  <a:path extrusionOk="0" h="3111" w="3237">
                    <a:moveTo>
                      <a:pt x="1638" y="1"/>
                    </a:moveTo>
                    <a:cubicBezTo>
                      <a:pt x="1509" y="1"/>
                      <a:pt x="1382" y="90"/>
                      <a:pt x="1393" y="267"/>
                    </a:cubicBezTo>
                    <a:lnTo>
                      <a:pt x="1393" y="1311"/>
                    </a:lnTo>
                    <a:lnTo>
                      <a:pt x="349" y="1311"/>
                    </a:lnTo>
                    <a:cubicBezTo>
                      <a:pt x="342" y="1311"/>
                      <a:pt x="334" y="1310"/>
                      <a:pt x="327" y="1310"/>
                    </a:cubicBezTo>
                    <a:cubicBezTo>
                      <a:pt x="1" y="1310"/>
                      <a:pt x="1" y="1800"/>
                      <a:pt x="327" y="1800"/>
                    </a:cubicBezTo>
                    <a:cubicBezTo>
                      <a:pt x="334" y="1800"/>
                      <a:pt x="342" y="1800"/>
                      <a:pt x="349" y="1800"/>
                    </a:cubicBezTo>
                    <a:lnTo>
                      <a:pt x="1393" y="1800"/>
                    </a:lnTo>
                    <a:lnTo>
                      <a:pt x="1393" y="2844"/>
                    </a:lnTo>
                    <a:cubicBezTo>
                      <a:pt x="1382" y="3021"/>
                      <a:pt x="1509" y="3110"/>
                      <a:pt x="1638" y="3110"/>
                    </a:cubicBezTo>
                    <a:cubicBezTo>
                      <a:pt x="1767" y="3110"/>
                      <a:pt x="1896" y="3021"/>
                      <a:pt x="1889" y="2844"/>
                    </a:cubicBezTo>
                    <a:lnTo>
                      <a:pt x="1889" y="1800"/>
                    </a:lnTo>
                    <a:lnTo>
                      <a:pt x="2925" y="1800"/>
                    </a:lnTo>
                    <a:cubicBezTo>
                      <a:pt x="3236" y="1785"/>
                      <a:pt x="3236" y="1326"/>
                      <a:pt x="2925" y="1311"/>
                    </a:cubicBezTo>
                    <a:lnTo>
                      <a:pt x="1889" y="1311"/>
                    </a:lnTo>
                    <a:lnTo>
                      <a:pt x="1889" y="267"/>
                    </a:lnTo>
                    <a:cubicBezTo>
                      <a:pt x="1896" y="90"/>
                      <a:pt x="1767" y="1"/>
                      <a:pt x="16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12"/>
              <p:cNvSpPr/>
              <p:nvPr/>
            </p:nvSpPr>
            <p:spPr>
              <a:xfrm>
                <a:off x="-4043143" y="3521580"/>
                <a:ext cx="54250" cy="46400"/>
              </a:xfrm>
              <a:custGeom>
                <a:rect b="b" l="l" r="r" t="t"/>
                <a:pathLst>
                  <a:path extrusionOk="0" h="1856" w="2170">
                    <a:moveTo>
                      <a:pt x="1244" y="493"/>
                    </a:moveTo>
                    <a:cubicBezTo>
                      <a:pt x="1481" y="493"/>
                      <a:pt x="1673" y="686"/>
                      <a:pt x="1673" y="930"/>
                    </a:cubicBezTo>
                    <a:cubicBezTo>
                      <a:pt x="1673" y="1190"/>
                      <a:pt x="1461" y="1362"/>
                      <a:pt x="1238" y="1362"/>
                    </a:cubicBezTo>
                    <a:cubicBezTo>
                      <a:pt x="1131" y="1362"/>
                      <a:pt x="1022" y="1322"/>
                      <a:pt x="933" y="1233"/>
                    </a:cubicBezTo>
                    <a:cubicBezTo>
                      <a:pt x="659" y="960"/>
                      <a:pt x="852" y="493"/>
                      <a:pt x="1244" y="493"/>
                    </a:cubicBezTo>
                    <a:close/>
                    <a:moveTo>
                      <a:pt x="1234" y="1"/>
                    </a:moveTo>
                    <a:cubicBezTo>
                      <a:pt x="1006" y="1"/>
                      <a:pt x="774" y="84"/>
                      <a:pt x="585" y="271"/>
                    </a:cubicBezTo>
                    <a:cubicBezTo>
                      <a:pt x="0" y="856"/>
                      <a:pt x="415" y="1855"/>
                      <a:pt x="1244" y="1855"/>
                    </a:cubicBezTo>
                    <a:cubicBezTo>
                      <a:pt x="1755" y="1855"/>
                      <a:pt x="2169" y="1441"/>
                      <a:pt x="2169" y="930"/>
                    </a:cubicBezTo>
                    <a:cubicBezTo>
                      <a:pt x="2169" y="369"/>
                      <a:pt x="1711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8" name="Google Shape;978;p12"/>
            <p:cNvSpPr/>
            <p:nvPr/>
          </p:nvSpPr>
          <p:spPr>
            <a:xfrm>
              <a:off x="2769573" y="4372067"/>
              <a:ext cx="97728" cy="83715"/>
            </a:xfrm>
            <a:custGeom>
              <a:rect b="b" l="l" r="r" t="t"/>
              <a:pathLst>
                <a:path extrusionOk="0" h="1852" w="2162">
                  <a:moveTo>
                    <a:pt x="1237" y="497"/>
                  </a:moveTo>
                  <a:cubicBezTo>
                    <a:pt x="1474" y="497"/>
                    <a:pt x="1666" y="689"/>
                    <a:pt x="1666" y="926"/>
                  </a:cubicBezTo>
                  <a:cubicBezTo>
                    <a:pt x="1666" y="1186"/>
                    <a:pt x="1453" y="1358"/>
                    <a:pt x="1233" y="1358"/>
                  </a:cubicBezTo>
                  <a:cubicBezTo>
                    <a:pt x="1127" y="1358"/>
                    <a:pt x="1020" y="1318"/>
                    <a:pt x="933" y="1229"/>
                  </a:cubicBezTo>
                  <a:cubicBezTo>
                    <a:pt x="659" y="963"/>
                    <a:pt x="852" y="497"/>
                    <a:pt x="1237" y="497"/>
                  </a:cubicBezTo>
                  <a:close/>
                  <a:moveTo>
                    <a:pt x="1228" y="1"/>
                  </a:moveTo>
                  <a:cubicBezTo>
                    <a:pt x="1000" y="1"/>
                    <a:pt x="767" y="85"/>
                    <a:pt x="578" y="274"/>
                  </a:cubicBezTo>
                  <a:cubicBezTo>
                    <a:pt x="0" y="852"/>
                    <a:pt x="407" y="1851"/>
                    <a:pt x="1237" y="1851"/>
                  </a:cubicBezTo>
                  <a:cubicBezTo>
                    <a:pt x="1747" y="1851"/>
                    <a:pt x="2162" y="1437"/>
                    <a:pt x="2162" y="926"/>
                  </a:cubicBezTo>
                  <a:cubicBezTo>
                    <a:pt x="2162" y="370"/>
                    <a:pt x="1705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3" name="Google Shape;983;p13"/>
          <p:cNvCxnSpPr/>
          <p:nvPr/>
        </p:nvCxnSpPr>
        <p:spPr>
          <a:xfrm flipH="1" rot="10800000">
            <a:off x="496075" y="1057900"/>
            <a:ext cx="8226600" cy="2705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13"/>
          <p:cNvCxnSpPr/>
          <p:nvPr/>
        </p:nvCxnSpPr>
        <p:spPr>
          <a:xfrm>
            <a:off x="303375" y="3162675"/>
            <a:ext cx="8434200" cy="1623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5" name="Google Shape;985;p13"/>
          <p:cNvSpPr txBox="1"/>
          <p:nvPr/>
        </p:nvSpPr>
        <p:spPr>
          <a:xfrm>
            <a:off x="377925" y="495875"/>
            <a:ext cx="5395800" cy="20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rgbClr val="FF9900"/>
                </a:solidFill>
                <a:latin typeface="Caveat"/>
                <a:ea typeface="Caveat"/>
                <a:cs typeface="Caveat"/>
                <a:sym typeface="Caveat"/>
              </a:rPr>
              <a:t>Kako bismo pokazali način na koji ovaj alat funkcioniše porovešćemo vas kroz niz koraka…</a:t>
            </a:r>
            <a:endParaRPr b="1" i="0" sz="2600" u="none" cap="none" strike="noStrike">
              <a:solidFill>
                <a:srgbClr val="FF99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86" name="Google Shape;986;p13"/>
          <p:cNvSpPr/>
          <p:nvPr/>
        </p:nvSpPr>
        <p:spPr>
          <a:xfrm>
            <a:off x="7751825" y="2732825"/>
            <a:ext cx="1326600" cy="65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4"/>
          <p:cNvSpPr txBox="1"/>
          <p:nvPr/>
        </p:nvSpPr>
        <p:spPr>
          <a:xfrm>
            <a:off x="341750" y="286100"/>
            <a:ext cx="1080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2" name="Google Shape;992;p14"/>
          <p:cNvSpPr/>
          <p:nvPr/>
        </p:nvSpPr>
        <p:spPr>
          <a:xfrm>
            <a:off x="416675" y="420150"/>
            <a:ext cx="353175" cy="10538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1</a:t>
            </a:r>
          </a:p>
        </p:txBody>
      </p:sp>
      <p:pic>
        <p:nvPicPr>
          <p:cNvPr id="993" name="Google Shape;9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275" y="915675"/>
            <a:ext cx="7268899" cy="383939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4" name="Google Shape;994;p14"/>
          <p:cNvSpPr txBox="1"/>
          <p:nvPr/>
        </p:nvSpPr>
        <p:spPr>
          <a:xfrm>
            <a:off x="1631300" y="242675"/>
            <a:ext cx="2392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fr" sz="2500" u="none" cap="none" strike="noStrike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Registracija</a:t>
            </a:r>
            <a:endParaRPr b="1" i="0" sz="2500" u="none" cap="none" strike="noStrike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5"/>
          <p:cNvSpPr/>
          <p:nvPr/>
        </p:nvSpPr>
        <p:spPr>
          <a:xfrm>
            <a:off x="382797" y="271275"/>
            <a:ext cx="547051" cy="7974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2</a:t>
            </a:r>
          </a:p>
        </p:txBody>
      </p:sp>
      <p:sp>
        <p:nvSpPr>
          <p:cNvPr id="1000" name="Google Shape;1000;p15"/>
          <p:cNvSpPr txBox="1"/>
          <p:nvPr/>
        </p:nvSpPr>
        <p:spPr>
          <a:xfrm>
            <a:off x="1350725" y="271275"/>
            <a:ext cx="38100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Potrebno je prihvatiti određene dozvole koje sam alat zahtijeva od nas i bez kojih ne može da funkcioniše</a:t>
            </a:r>
            <a:endParaRPr b="0" i="0" sz="16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001" name="Google Shape;1001;p15"/>
          <p:cNvCxnSpPr/>
          <p:nvPr/>
        </p:nvCxnSpPr>
        <p:spPr>
          <a:xfrm>
            <a:off x="988925" y="1290400"/>
            <a:ext cx="0" cy="1853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15"/>
          <p:cNvCxnSpPr/>
          <p:nvPr/>
        </p:nvCxnSpPr>
        <p:spPr>
          <a:xfrm flipH="1">
            <a:off x="4493575" y="1833900"/>
            <a:ext cx="14700" cy="1594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15"/>
          <p:cNvCxnSpPr/>
          <p:nvPr/>
        </p:nvCxnSpPr>
        <p:spPr>
          <a:xfrm flipH="1">
            <a:off x="7791500" y="864600"/>
            <a:ext cx="12600" cy="2564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15"/>
          <p:cNvSpPr txBox="1"/>
          <p:nvPr/>
        </p:nvSpPr>
        <p:spPr>
          <a:xfrm>
            <a:off x="346550" y="3224725"/>
            <a:ext cx="15357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Potpuni pristup Google kalendaru</a:t>
            </a:r>
            <a:endParaRPr b="0" i="0" sz="16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5" name="Google Shape;1005;p15"/>
          <p:cNvSpPr txBox="1"/>
          <p:nvPr/>
        </p:nvSpPr>
        <p:spPr>
          <a:xfrm>
            <a:off x="3641700" y="3579125"/>
            <a:ext cx="1860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Pristup kontaktima na toj domeni</a:t>
            </a:r>
            <a:endParaRPr b="0" i="0" sz="16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6" name="Google Shape;1006;p15"/>
          <p:cNvSpPr txBox="1"/>
          <p:nvPr/>
        </p:nvSpPr>
        <p:spPr>
          <a:xfrm>
            <a:off x="6898150" y="3428700"/>
            <a:ext cx="17796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Lične informacije koje su povezane sa Google nalogom</a:t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6"/>
          <p:cNvSpPr/>
          <p:nvPr/>
        </p:nvSpPr>
        <p:spPr>
          <a:xfrm>
            <a:off x="4240373" y="234375"/>
            <a:ext cx="595449" cy="856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3</a:t>
            </a:r>
          </a:p>
        </p:txBody>
      </p:sp>
      <p:sp>
        <p:nvSpPr>
          <p:cNvPr id="1012" name="Google Shape;1012;p16"/>
          <p:cNvSpPr/>
          <p:nvPr/>
        </p:nvSpPr>
        <p:spPr>
          <a:xfrm>
            <a:off x="5405576" y="3497950"/>
            <a:ext cx="523050" cy="856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4</a:t>
            </a:r>
          </a:p>
        </p:txBody>
      </p:sp>
      <p:pic>
        <p:nvPicPr>
          <p:cNvPr id="1013" name="Google Shape;10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8200" y="78600"/>
            <a:ext cx="4071124" cy="307702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4" name="Google Shape;10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350" y="1853648"/>
            <a:ext cx="5075275" cy="3143027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475" y="927675"/>
            <a:ext cx="5667375" cy="9429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0" name="Google Shape;1020;p17"/>
          <p:cNvSpPr/>
          <p:nvPr/>
        </p:nvSpPr>
        <p:spPr>
          <a:xfrm>
            <a:off x="728375" y="927675"/>
            <a:ext cx="474675" cy="8867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5</a:t>
            </a:r>
          </a:p>
        </p:txBody>
      </p:sp>
      <p:pic>
        <p:nvPicPr>
          <p:cNvPr id="1021" name="Google Shape;10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0000" y="3005075"/>
            <a:ext cx="2943225" cy="9715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2" name="Google Shape;1022;p17"/>
          <p:cNvSpPr/>
          <p:nvPr/>
        </p:nvSpPr>
        <p:spPr>
          <a:xfrm>
            <a:off x="671450" y="3452375"/>
            <a:ext cx="3322800" cy="745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Nakon ovih podešavanja Clockwise automatski integriše promjene u Google kalendar</a:t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23" name="Google Shape;1023;p17"/>
          <p:cNvSpPr/>
          <p:nvPr/>
        </p:nvSpPr>
        <p:spPr>
          <a:xfrm>
            <a:off x="442525" y="3195175"/>
            <a:ext cx="428100" cy="435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825" y="611525"/>
            <a:ext cx="8839198" cy="4245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18"/>
          <p:cNvSpPr txBox="1"/>
          <p:nvPr/>
        </p:nvSpPr>
        <p:spPr>
          <a:xfrm>
            <a:off x="523750" y="116700"/>
            <a:ext cx="312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Početni dashboard</a:t>
            </a:r>
            <a:endParaRPr b="1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525" y="493525"/>
            <a:ext cx="5325825" cy="41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19"/>
          <p:cNvSpPr/>
          <p:nvPr/>
        </p:nvSpPr>
        <p:spPr>
          <a:xfrm>
            <a:off x="4577425" y="316525"/>
            <a:ext cx="2274300" cy="4363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036" name="Google Shape;1036;p19"/>
          <p:cNvCxnSpPr/>
          <p:nvPr/>
        </p:nvCxnSpPr>
        <p:spPr>
          <a:xfrm flipH="1" rot="10800000">
            <a:off x="6098450" y="796525"/>
            <a:ext cx="1373400" cy="2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7" name="Google Shape;1037;p19"/>
          <p:cNvSpPr txBox="1"/>
          <p:nvPr/>
        </p:nvSpPr>
        <p:spPr>
          <a:xfrm>
            <a:off x="7685975" y="396750"/>
            <a:ext cx="13290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kategorije</a:t>
            </a:r>
            <a:endParaRPr b="1" i="0" sz="1800" u="none" cap="none" strike="noStrike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8" name="Google Shape;1038;p19"/>
          <p:cNvSpPr/>
          <p:nvPr/>
        </p:nvSpPr>
        <p:spPr>
          <a:xfrm>
            <a:off x="1830675" y="1873500"/>
            <a:ext cx="2886900" cy="6351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039" name="Google Shape;1039;p19"/>
          <p:cNvCxnSpPr>
            <a:stCxn id="1038" idx="1"/>
          </p:cNvCxnSpPr>
          <p:nvPr/>
        </p:nvCxnSpPr>
        <p:spPr>
          <a:xfrm rot="10800000">
            <a:off x="1239975" y="1238550"/>
            <a:ext cx="590700" cy="952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0" name="Google Shape;1040;p19"/>
          <p:cNvSpPr txBox="1"/>
          <p:nvPr/>
        </p:nvSpPr>
        <p:spPr>
          <a:xfrm>
            <a:off x="169325" y="729025"/>
            <a:ext cx="16614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fleksibilnost</a:t>
            </a:r>
            <a:endParaRPr b="1" i="0" sz="1800" u="none" cap="none" strike="noStrike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13" y="1606975"/>
            <a:ext cx="7660374" cy="142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20"/>
          <p:cNvSpPr txBox="1"/>
          <p:nvPr/>
        </p:nvSpPr>
        <p:spPr>
          <a:xfrm>
            <a:off x="730525" y="492775"/>
            <a:ext cx="31530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PODIJELI SVOJ KALENDAR</a:t>
            </a:r>
            <a:endParaRPr b="1" i="0" sz="2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7" name="Google Shape;1047;p20"/>
          <p:cNvSpPr/>
          <p:nvPr/>
        </p:nvSpPr>
        <p:spPr>
          <a:xfrm>
            <a:off x="604975" y="1408325"/>
            <a:ext cx="6896400" cy="16761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8" name="Google Shape;1048;p20"/>
          <p:cNvSpPr txBox="1"/>
          <p:nvPr/>
        </p:nvSpPr>
        <p:spPr>
          <a:xfrm>
            <a:off x="6017250" y="3571750"/>
            <a:ext cx="27321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ZAJEDNO ORGANIZUJTE OBAVEZE</a:t>
            </a:r>
            <a:endParaRPr b="1" i="0" sz="2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049" name="Google Shape;1049;p20"/>
          <p:cNvCxnSpPr/>
          <p:nvPr/>
        </p:nvCxnSpPr>
        <p:spPr>
          <a:xfrm flipH="1" rot="10800000">
            <a:off x="-7875" y="3187625"/>
            <a:ext cx="8971500" cy="945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0" name="Google Shape;1050;p20"/>
          <p:cNvCxnSpPr/>
          <p:nvPr/>
        </p:nvCxnSpPr>
        <p:spPr>
          <a:xfrm>
            <a:off x="-30025" y="4642400"/>
            <a:ext cx="8941500" cy="42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1" name="Google Shape;1051;p20"/>
          <p:cNvCxnSpPr/>
          <p:nvPr/>
        </p:nvCxnSpPr>
        <p:spPr>
          <a:xfrm flipH="1">
            <a:off x="6725" y="20175"/>
            <a:ext cx="1344000" cy="812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413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21"/>
          <p:cNvSpPr/>
          <p:nvPr/>
        </p:nvSpPr>
        <p:spPr>
          <a:xfrm>
            <a:off x="302250" y="293375"/>
            <a:ext cx="3935400" cy="24366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8" name="Google Shape;1058;p21"/>
          <p:cNvSpPr txBox="1"/>
          <p:nvPr/>
        </p:nvSpPr>
        <p:spPr>
          <a:xfrm>
            <a:off x="4518350" y="308150"/>
            <a:ext cx="39354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9" name="Google Shape;1059;p21"/>
          <p:cNvSpPr txBox="1"/>
          <p:nvPr/>
        </p:nvSpPr>
        <p:spPr>
          <a:xfrm>
            <a:off x="4533100" y="2427275"/>
            <a:ext cx="3507300" cy="19272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0" name="Google Shape;1060;p21"/>
          <p:cNvSpPr txBox="1"/>
          <p:nvPr/>
        </p:nvSpPr>
        <p:spPr>
          <a:xfrm>
            <a:off x="4422400" y="367225"/>
            <a:ext cx="3618000" cy="1949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2" cy="472270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225" y="167175"/>
            <a:ext cx="8308851" cy="17727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1" name="Google Shape;1071;p23"/>
          <p:cNvPicPr preferRelativeResize="0"/>
          <p:nvPr/>
        </p:nvPicPr>
        <p:blipFill rotWithShape="1">
          <a:blip r:embed="rId4">
            <a:alphaModFix/>
          </a:blip>
          <a:srcRect b="0" l="2570" r="-2569" t="0"/>
          <a:stretch/>
        </p:blipFill>
        <p:spPr>
          <a:xfrm>
            <a:off x="639725" y="1939950"/>
            <a:ext cx="7260374" cy="2898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13325"/>
            <a:ext cx="8839203" cy="451683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24"/>
          <p:cNvSpPr txBox="1"/>
          <p:nvPr/>
        </p:nvSpPr>
        <p:spPr>
          <a:xfrm>
            <a:off x="4769375" y="684700"/>
            <a:ext cx="3278400" cy="10263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8" name="Google Shape;1078;p24"/>
          <p:cNvSpPr txBox="1"/>
          <p:nvPr/>
        </p:nvSpPr>
        <p:spPr>
          <a:xfrm>
            <a:off x="228400" y="1541225"/>
            <a:ext cx="3071700" cy="16467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9" name="Google Shape;1079;p24"/>
          <p:cNvSpPr/>
          <p:nvPr/>
        </p:nvSpPr>
        <p:spPr>
          <a:xfrm>
            <a:off x="309625" y="3350250"/>
            <a:ext cx="1890300" cy="13068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5"/>
          <p:cNvSpPr txBox="1"/>
          <p:nvPr/>
        </p:nvSpPr>
        <p:spPr>
          <a:xfrm>
            <a:off x="147175" y="0"/>
            <a:ext cx="3167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Statistika</a:t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85" name="Google Shape;10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025" y="690438"/>
            <a:ext cx="5495625" cy="3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25"/>
          <p:cNvSpPr/>
          <p:nvPr/>
        </p:nvSpPr>
        <p:spPr>
          <a:xfrm>
            <a:off x="265325" y="1792275"/>
            <a:ext cx="5803500" cy="26607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7" name="Google Shape;1087;p25"/>
          <p:cNvSpPr/>
          <p:nvPr/>
        </p:nvSpPr>
        <p:spPr>
          <a:xfrm>
            <a:off x="265325" y="544425"/>
            <a:ext cx="5803500" cy="107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8" name="Google Shape;1088;p25"/>
          <p:cNvSpPr txBox="1"/>
          <p:nvPr/>
        </p:nvSpPr>
        <p:spPr>
          <a:xfrm>
            <a:off x="6585775" y="603525"/>
            <a:ext cx="21561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Korisnici</a:t>
            </a:r>
            <a:endParaRPr b="1" i="0" sz="1800" u="none" cap="none" strike="noStrike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Konflikti</a:t>
            </a:r>
            <a:endParaRPr b="1" i="0" sz="1800" u="none" cap="none" strike="noStrike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9" name="Google Shape;1089;p25"/>
          <p:cNvSpPr txBox="1"/>
          <p:nvPr/>
        </p:nvSpPr>
        <p:spPr>
          <a:xfrm>
            <a:off x="6452875" y="2279600"/>
            <a:ext cx="1749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Aktivnost korisnika</a:t>
            </a:r>
            <a:endParaRPr b="1" i="0" sz="1800" u="none" cap="none" strike="noStrike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Broj rješenih konflikata</a:t>
            </a:r>
            <a:endParaRPr b="1" i="0" sz="1800" u="none" cap="none" strike="noStrike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10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375" y="152400"/>
            <a:ext cx="7156774" cy="4838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27"/>
          <p:cNvSpPr txBox="1"/>
          <p:nvPr>
            <p:ph idx="4" type="title"/>
          </p:nvPr>
        </p:nvSpPr>
        <p:spPr>
          <a:xfrm>
            <a:off x="6031073" y="2307891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Focus time</a:t>
            </a:r>
            <a:endParaRPr/>
          </a:p>
        </p:txBody>
      </p:sp>
      <p:sp>
        <p:nvSpPr>
          <p:cNvPr id="1100" name="Google Shape;1100;p27"/>
          <p:cNvSpPr txBox="1"/>
          <p:nvPr>
            <p:ph type="title"/>
          </p:nvPr>
        </p:nvSpPr>
        <p:spPr>
          <a:xfrm>
            <a:off x="930226" y="255641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Jednostavan interfejs</a:t>
            </a:r>
            <a:endParaRPr/>
          </a:p>
        </p:txBody>
      </p:sp>
      <p:sp>
        <p:nvSpPr>
          <p:cNvPr id="1101" name="Google Shape;1101;p27"/>
          <p:cNvSpPr txBox="1"/>
          <p:nvPr>
            <p:ph idx="2" type="title"/>
          </p:nvPr>
        </p:nvSpPr>
        <p:spPr>
          <a:xfrm>
            <a:off x="3480646" y="248256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Prioritizacija zadataka</a:t>
            </a:r>
            <a:endParaRPr/>
          </a:p>
        </p:txBody>
      </p:sp>
      <p:sp>
        <p:nvSpPr>
          <p:cNvPr id="1102" name="Google Shape;1102;p27"/>
          <p:cNvSpPr/>
          <p:nvPr/>
        </p:nvSpPr>
        <p:spPr>
          <a:xfrm>
            <a:off x="1497326" y="1115893"/>
            <a:ext cx="952500" cy="952500"/>
          </a:xfrm>
          <a:prstGeom prst="roundRect">
            <a:avLst>
              <a:gd fmla="val 8373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27"/>
          <p:cNvSpPr/>
          <p:nvPr/>
        </p:nvSpPr>
        <p:spPr>
          <a:xfrm>
            <a:off x="4047733" y="979793"/>
            <a:ext cx="952500" cy="9525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7"/>
          <p:cNvSpPr/>
          <p:nvPr/>
        </p:nvSpPr>
        <p:spPr>
          <a:xfrm>
            <a:off x="6598123" y="1038168"/>
            <a:ext cx="952500" cy="952500"/>
          </a:xfrm>
          <a:prstGeom prst="roundRect">
            <a:avLst>
              <a:gd fmla="val 9628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5" name="Google Shape;1105;p27"/>
          <p:cNvGrpSpPr/>
          <p:nvPr/>
        </p:nvGrpSpPr>
        <p:grpSpPr>
          <a:xfrm>
            <a:off x="4211198" y="1203774"/>
            <a:ext cx="625550" cy="504565"/>
            <a:chOff x="7541469" y="3793455"/>
            <a:chExt cx="407897" cy="328985"/>
          </a:xfrm>
        </p:grpSpPr>
        <p:sp>
          <p:nvSpPr>
            <p:cNvPr id="1106" name="Google Shape;1106;p27"/>
            <p:cNvSpPr/>
            <p:nvPr/>
          </p:nvSpPr>
          <p:spPr>
            <a:xfrm>
              <a:off x="7541469" y="3819820"/>
              <a:ext cx="407897" cy="302620"/>
            </a:xfrm>
            <a:custGeom>
              <a:rect b="b" l="l" r="r" t="t"/>
              <a:pathLst>
                <a:path extrusionOk="0" h="11524" w="15533">
                  <a:moveTo>
                    <a:pt x="14794" y="1"/>
                  </a:moveTo>
                  <a:cubicBezTo>
                    <a:pt x="14788" y="1"/>
                    <a:pt x="14783" y="1"/>
                    <a:pt x="14777" y="1"/>
                  </a:cubicBezTo>
                  <a:lnTo>
                    <a:pt x="747" y="1"/>
                  </a:lnTo>
                  <a:cubicBezTo>
                    <a:pt x="335" y="1"/>
                    <a:pt x="0" y="336"/>
                    <a:pt x="0" y="747"/>
                  </a:cubicBezTo>
                  <a:lnTo>
                    <a:pt x="0" y="10768"/>
                  </a:lnTo>
                  <a:cubicBezTo>
                    <a:pt x="0" y="11179"/>
                    <a:pt x="335" y="11514"/>
                    <a:pt x="747" y="11524"/>
                  </a:cubicBezTo>
                  <a:lnTo>
                    <a:pt x="14777" y="11524"/>
                  </a:lnTo>
                  <a:cubicBezTo>
                    <a:pt x="15198" y="11524"/>
                    <a:pt x="15533" y="11179"/>
                    <a:pt x="15533" y="10768"/>
                  </a:cubicBezTo>
                  <a:lnTo>
                    <a:pt x="15533" y="747"/>
                  </a:lnTo>
                  <a:cubicBezTo>
                    <a:pt x="15533" y="342"/>
                    <a:pt x="15207" y="1"/>
                    <a:pt x="14794" y="1"/>
                  </a:cubicBezTo>
                  <a:close/>
                </a:path>
              </a:pathLst>
            </a:custGeom>
            <a:solidFill>
              <a:srgbClr val="2D3962">
                <a:alpha val="1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7"/>
            <p:cNvSpPr/>
            <p:nvPr/>
          </p:nvSpPr>
          <p:spPr>
            <a:xfrm>
              <a:off x="7541469" y="3819820"/>
              <a:ext cx="407897" cy="39495"/>
            </a:xfrm>
            <a:custGeom>
              <a:rect b="b" l="l" r="r" t="t"/>
              <a:pathLst>
                <a:path extrusionOk="0" h="1504" w="15533">
                  <a:moveTo>
                    <a:pt x="14794" y="1"/>
                  </a:moveTo>
                  <a:cubicBezTo>
                    <a:pt x="14788" y="1"/>
                    <a:pt x="14783" y="1"/>
                    <a:pt x="14777" y="1"/>
                  </a:cubicBezTo>
                  <a:lnTo>
                    <a:pt x="747" y="1"/>
                  </a:lnTo>
                  <a:cubicBezTo>
                    <a:pt x="335" y="1"/>
                    <a:pt x="0" y="336"/>
                    <a:pt x="0" y="747"/>
                  </a:cubicBezTo>
                  <a:lnTo>
                    <a:pt x="0" y="1504"/>
                  </a:lnTo>
                  <a:lnTo>
                    <a:pt x="15533" y="1504"/>
                  </a:lnTo>
                  <a:lnTo>
                    <a:pt x="15533" y="747"/>
                  </a:lnTo>
                  <a:cubicBezTo>
                    <a:pt x="15533" y="342"/>
                    <a:pt x="15207" y="1"/>
                    <a:pt x="147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27"/>
            <p:cNvSpPr/>
            <p:nvPr/>
          </p:nvSpPr>
          <p:spPr>
            <a:xfrm>
              <a:off x="7567860" y="3819846"/>
              <a:ext cx="52546" cy="26155"/>
            </a:xfrm>
            <a:custGeom>
              <a:rect b="b" l="l" r="r" t="t"/>
              <a:pathLst>
                <a:path extrusionOk="0" h="996" w="2001">
                  <a:moveTo>
                    <a:pt x="0" y="0"/>
                  </a:moveTo>
                  <a:lnTo>
                    <a:pt x="0" y="249"/>
                  </a:lnTo>
                  <a:cubicBezTo>
                    <a:pt x="0" y="660"/>
                    <a:pt x="335" y="995"/>
                    <a:pt x="747" y="995"/>
                  </a:cubicBezTo>
                  <a:lnTo>
                    <a:pt x="1254" y="995"/>
                  </a:lnTo>
                  <a:cubicBezTo>
                    <a:pt x="1665" y="995"/>
                    <a:pt x="2000" y="660"/>
                    <a:pt x="2000" y="249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27"/>
            <p:cNvSpPr/>
            <p:nvPr/>
          </p:nvSpPr>
          <p:spPr>
            <a:xfrm>
              <a:off x="7870428" y="3819846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1" y="0"/>
                  </a:moveTo>
                  <a:lnTo>
                    <a:pt x="1" y="249"/>
                  </a:lnTo>
                  <a:cubicBezTo>
                    <a:pt x="1" y="660"/>
                    <a:pt x="336" y="995"/>
                    <a:pt x="747" y="995"/>
                  </a:cubicBezTo>
                  <a:lnTo>
                    <a:pt x="1255" y="995"/>
                  </a:lnTo>
                  <a:cubicBezTo>
                    <a:pt x="1666" y="995"/>
                    <a:pt x="2001" y="660"/>
                    <a:pt x="2001" y="249"/>
                  </a:cubicBezTo>
                  <a:lnTo>
                    <a:pt x="2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7"/>
            <p:cNvSpPr/>
            <p:nvPr/>
          </p:nvSpPr>
          <p:spPr>
            <a:xfrm>
              <a:off x="7580912" y="3793455"/>
              <a:ext cx="26418" cy="39469"/>
            </a:xfrm>
            <a:custGeom>
              <a:rect b="b" l="l" r="r" t="t"/>
              <a:pathLst>
                <a:path extrusionOk="0" h="1503" w="1006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1254"/>
                  </a:lnTo>
                  <a:cubicBezTo>
                    <a:pt x="1" y="1388"/>
                    <a:pt x="116" y="1503"/>
                    <a:pt x="250" y="1503"/>
                  </a:cubicBezTo>
                  <a:lnTo>
                    <a:pt x="757" y="1503"/>
                  </a:lnTo>
                  <a:cubicBezTo>
                    <a:pt x="891" y="1503"/>
                    <a:pt x="1006" y="1388"/>
                    <a:pt x="1006" y="1254"/>
                  </a:cubicBezTo>
                  <a:lnTo>
                    <a:pt x="1006" y="249"/>
                  </a:lnTo>
                  <a:cubicBezTo>
                    <a:pt x="1006" y="10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7580912" y="3793455"/>
              <a:ext cx="26418" cy="19616"/>
            </a:xfrm>
            <a:custGeom>
              <a:rect b="b" l="l" r="r" t="t"/>
              <a:pathLst>
                <a:path extrusionOk="0" h="747" w="1006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498"/>
                  </a:lnTo>
                  <a:cubicBezTo>
                    <a:pt x="1" y="641"/>
                    <a:pt x="116" y="747"/>
                    <a:pt x="250" y="747"/>
                  </a:cubicBezTo>
                  <a:lnTo>
                    <a:pt x="757" y="747"/>
                  </a:lnTo>
                  <a:cubicBezTo>
                    <a:pt x="891" y="747"/>
                    <a:pt x="1006" y="641"/>
                    <a:pt x="1006" y="498"/>
                  </a:cubicBezTo>
                  <a:lnTo>
                    <a:pt x="1006" y="249"/>
                  </a:lnTo>
                  <a:cubicBezTo>
                    <a:pt x="1006" y="11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7883506" y="3793455"/>
              <a:ext cx="26418" cy="39469"/>
            </a:xfrm>
            <a:custGeom>
              <a:rect b="b" l="l" r="r" t="t"/>
              <a:pathLst>
                <a:path extrusionOk="0" h="1503" w="1006">
                  <a:moveTo>
                    <a:pt x="249" y="0"/>
                  </a:moveTo>
                  <a:cubicBezTo>
                    <a:pt x="115" y="0"/>
                    <a:pt x="1" y="105"/>
                    <a:pt x="1" y="249"/>
                  </a:cubicBezTo>
                  <a:lnTo>
                    <a:pt x="1" y="1254"/>
                  </a:lnTo>
                  <a:cubicBezTo>
                    <a:pt x="1" y="1388"/>
                    <a:pt x="115" y="1503"/>
                    <a:pt x="249" y="1503"/>
                  </a:cubicBezTo>
                  <a:lnTo>
                    <a:pt x="757" y="1503"/>
                  </a:lnTo>
                  <a:cubicBezTo>
                    <a:pt x="891" y="1503"/>
                    <a:pt x="1005" y="1388"/>
                    <a:pt x="1005" y="1254"/>
                  </a:cubicBezTo>
                  <a:lnTo>
                    <a:pt x="1005" y="249"/>
                  </a:lnTo>
                  <a:cubicBezTo>
                    <a:pt x="1005" y="10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7"/>
            <p:cNvSpPr/>
            <p:nvPr/>
          </p:nvSpPr>
          <p:spPr>
            <a:xfrm>
              <a:off x="7883506" y="3793455"/>
              <a:ext cx="26418" cy="19616"/>
            </a:xfrm>
            <a:custGeom>
              <a:rect b="b" l="l" r="r" t="t"/>
              <a:pathLst>
                <a:path extrusionOk="0" h="747" w="1006">
                  <a:moveTo>
                    <a:pt x="249" y="0"/>
                  </a:moveTo>
                  <a:cubicBezTo>
                    <a:pt x="115" y="0"/>
                    <a:pt x="1" y="115"/>
                    <a:pt x="1" y="249"/>
                  </a:cubicBezTo>
                  <a:lnTo>
                    <a:pt x="1" y="498"/>
                  </a:lnTo>
                  <a:cubicBezTo>
                    <a:pt x="1" y="641"/>
                    <a:pt x="115" y="747"/>
                    <a:pt x="249" y="747"/>
                  </a:cubicBezTo>
                  <a:lnTo>
                    <a:pt x="757" y="747"/>
                  </a:lnTo>
                  <a:cubicBezTo>
                    <a:pt x="891" y="747"/>
                    <a:pt x="1005" y="641"/>
                    <a:pt x="1005" y="498"/>
                  </a:cubicBezTo>
                  <a:lnTo>
                    <a:pt x="1005" y="249"/>
                  </a:lnTo>
                  <a:cubicBezTo>
                    <a:pt x="1005" y="115"/>
                    <a:pt x="891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7"/>
            <p:cNvSpPr/>
            <p:nvPr/>
          </p:nvSpPr>
          <p:spPr>
            <a:xfrm>
              <a:off x="7541469" y="3859289"/>
              <a:ext cx="407897" cy="13104"/>
            </a:xfrm>
            <a:custGeom>
              <a:rect b="b" l="l" r="r" t="t"/>
              <a:pathLst>
                <a:path extrusionOk="0" h="499" w="15533">
                  <a:moveTo>
                    <a:pt x="0" y="1"/>
                  </a:moveTo>
                  <a:lnTo>
                    <a:pt x="0" y="498"/>
                  </a:lnTo>
                  <a:lnTo>
                    <a:pt x="15533" y="498"/>
                  </a:lnTo>
                  <a:lnTo>
                    <a:pt x="15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7580912" y="3898758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96" y="995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7580912" y="3951278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96" y="1005"/>
                    <a:pt x="2001" y="890"/>
                    <a:pt x="2001" y="756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7580912" y="4004060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96" y="995"/>
                    <a:pt x="2001" y="880"/>
                    <a:pt x="2001" y="746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7672900" y="4004060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5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5" y="995"/>
                    <a:pt x="259" y="995"/>
                  </a:cubicBezTo>
                  <a:lnTo>
                    <a:pt x="1752" y="995"/>
                  </a:lnTo>
                  <a:cubicBezTo>
                    <a:pt x="1896" y="995"/>
                    <a:pt x="2010" y="880"/>
                    <a:pt x="2010" y="746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7765126" y="4004060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86" y="995"/>
                    <a:pt x="2001" y="880"/>
                    <a:pt x="2001" y="746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7672900" y="3951278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5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5" y="1005"/>
                    <a:pt x="259" y="1005"/>
                  </a:cubicBezTo>
                  <a:lnTo>
                    <a:pt x="1752" y="1005"/>
                  </a:lnTo>
                  <a:cubicBezTo>
                    <a:pt x="1896" y="1005"/>
                    <a:pt x="2010" y="890"/>
                    <a:pt x="2010" y="756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7580912" y="4056580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96" y="996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7672900" y="3898758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5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5" y="995"/>
                    <a:pt x="259" y="995"/>
                  </a:cubicBezTo>
                  <a:lnTo>
                    <a:pt x="1752" y="995"/>
                  </a:lnTo>
                  <a:cubicBezTo>
                    <a:pt x="1896" y="99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7672900" y="4056580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5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5" y="1005"/>
                    <a:pt x="259" y="1005"/>
                  </a:cubicBezTo>
                  <a:lnTo>
                    <a:pt x="1752" y="1005"/>
                  </a:lnTo>
                  <a:cubicBezTo>
                    <a:pt x="1896" y="100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7857114" y="4004060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6"/>
                  </a:lnTo>
                  <a:cubicBezTo>
                    <a:pt x="1" y="880"/>
                    <a:pt x="116" y="995"/>
                    <a:pt x="259" y="995"/>
                  </a:cubicBezTo>
                  <a:lnTo>
                    <a:pt x="1762" y="995"/>
                  </a:lnTo>
                  <a:cubicBezTo>
                    <a:pt x="1896" y="995"/>
                    <a:pt x="2010" y="880"/>
                    <a:pt x="2010" y="746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7857114" y="3898758"/>
              <a:ext cx="52809" cy="26155"/>
            </a:xfrm>
            <a:custGeom>
              <a:rect b="b" l="l" r="r" t="t"/>
              <a:pathLst>
                <a:path extrusionOk="0" h="996" w="2011">
                  <a:moveTo>
                    <a:pt x="259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995"/>
                    <a:pt x="259" y="995"/>
                  </a:cubicBezTo>
                  <a:lnTo>
                    <a:pt x="1762" y="995"/>
                  </a:lnTo>
                  <a:cubicBezTo>
                    <a:pt x="1896" y="99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0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7857114" y="4056580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1005"/>
                    <a:pt x="259" y="1005"/>
                  </a:cubicBezTo>
                  <a:lnTo>
                    <a:pt x="1762" y="1005"/>
                  </a:lnTo>
                  <a:cubicBezTo>
                    <a:pt x="1896" y="1005"/>
                    <a:pt x="2010" y="890"/>
                    <a:pt x="2010" y="747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7765126" y="3951278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86" y="1005"/>
                    <a:pt x="2001" y="890"/>
                    <a:pt x="2001" y="756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7765126" y="3898758"/>
              <a:ext cx="52573" cy="26155"/>
            </a:xfrm>
            <a:custGeom>
              <a:rect b="b" l="l" r="r" t="t"/>
              <a:pathLst>
                <a:path extrusionOk="0" h="996" w="2002">
                  <a:moveTo>
                    <a:pt x="250" y="0"/>
                  </a:moveTo>
                  <a:cubicBezTo>
                    <a:pt x="116" y="0"/>
                    <a:pt x="1" y="10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995"/>
                    <a:pt x="250" y="995"/>
                  </a:cubicBezTo>
                  <a:lnTo>
                    <a:pt x="1752" y="995"/>
                  </a:lnTo>
                  <a:cubicBezTo>
                    <a:pt x="1886" y="995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0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7857114" y="3951278"/>
              <a:ext cx="52809" cy="26418"/>
            </a:xfrm>
            <a:custGeom>
              <a:rect b="b" l="l" r="r" t="t"/>
              <a:pathLst>
                <a:path extrusionOk="0" h="1006" w="2011">
                  <a:moveTo>
                    <a:pt x="259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56"/>
                  </a:lnTo>
                  <a:cubicBezTo>
                    <a:pt x="1" y="890"/>
                    <a:pt x="116" y="1005"/>
                    <a:pt x="259" y="1005"/>
                  </a:cubicBezTo>
                  <a:lnTo>
                    <a:pt x="1762" y="1005"/>
                  </a:lnTo>
                  <a:cubicBezTo>
                    <a:pt x="1896" y="1005"/>
                    <a:pt x="2010" y="890"/>
                    <a:pt x="2010" y="756"/>
                  </a:cubicBezTo>
                  <a:lnTo>
                    <a:pt x="2010" y="249"/>
                  </a:lnTo>
                  <a:cubicBezTo>
                    <a:pt x="2010" y="115"/>
                    <a:pt x="1896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7765126" y="4056580"/>
              <a:ext cx="52573" cy="26418"/>
            </a:xfrm>
            <a:custGeom>
              <a:rect b="b" l="l" r="r" t="t"/>
              <a:pathLst>
                <a:path extrusionOk="0" h="1006" w="2002">
                  <a:moveTo>
                    <a:pt x="250" y="0"/>
                  </a:moveTo>
                  <a:cubicBezTo>
                    <a:pt x="116" y="0"/>
                    <a:pt x="1" y="115"/>
                    <a:pt x="1" y="249"/>
                  </a:cubicBezTo>
                  <a:lnTo>
                    <a:pt x="1" y="747"/>
                  </a:lnTo>
                  <a:cubicBezTo>
                    <a:pt x="1" y="890"/>
                    <a:pt x="116" y="1005"/>
                    <a:pt x="250" y="1005"/>
                  </a:cubicBezTo>
                  <a:lnTo>
                    <a:pt x="1752" y="1005"/>
                  </a:lnTo>
                  <a:cubicBezTo>
                    <a:pt x="1886" y="1005"/>
                    <a:pt x="2001" y="890"/>
                    <a:pt x="2001" y="747"/>
                  </a:cubicBezTo>
                  <a:lnTo>
                    <a:pt x="2001" y="249"/>
                  </a:lnTo>
                  <a:cubicBezTo>
                    <a:pt x="2001" y="115"/>
                    <a:pt x="1886" y="0"/>
                    <a:pt x="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7854305" y="3944450"/>
              <a:ext cx="58691" cy="39758"/>
            </a:xfrm>
            <a:custGeom>
              <a:rect b="b" l="l" r="r" t="t"/>
              <a:pathLst>
                <a:path extrusionOk="0" h="1514" w="2235">
                  <a:moveTo>
                    <a:pt x="1867" y="0"/>
                  </a:moveTo>
                  <a:cubicBezTo>
                    <a:pt x="1809" y="0"/>
                    <a:pt x="1749" y="23"/>
                    <a:pt x="1696" y="78"/>
                  </a:cubicBezTo>
                  <a:lnTo>
                    <a:pt x="864" y="901"/>
                  </a:lnTo>
                  <a:lnTo>
                    <a:pt x="538" y="576"/>
                  </a:lnTo>
                  <a:cubicBezTo>
                    <a:pt x="483" y="521"/>
                    <a:pt x="422" y="498"/>
                    <a:pt x="363" y="498"/>
                  </a:cubicBezTo>
                  <a:cubicBezTo>
                    <a:pt x="167" y="498"/>
                    <a:pt x="0" y="756"/>
                    <a:pt x="184" y="940"/>
                  </a:cubicBezTo>
                  <a:lnTo>
                    <a:pt x="682" y="1437"/>
                  </a:lnTo>
                  <a:cubicBezTo>
                    <a:pt x="730" y="1485"/>
                    <a:pt x="797" y="1514"/>
                    <a:pt x="864" y="1514"/>
                  </a:cubicBezTo>
                  <a:cubicBezTo>
                    <a:pt x="931" y="1514"/>
                    <a:pt x="998" y="1485"/>
                    <a:pt x="1046" y="1437"/>
                  </a:cubicBezTo>
                  <a:lnTo>
                    <a:pt x="2050" y="442"/>
                  </a:lnTo>
                  <a:cubicBezTo>
                    <a:pt x="2235" y="258"/>
                    <a:pt x="2062" y="0"/>
                    <a:pt x="1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7670091" y="3944450"/>
              <a:ext cx="58691" cy="39758"/>
            </a:xfrm>
            <a:custGeom>
              <a:rect b="b" l="l" r="r" t="t"/>
              <a:pathLst>
                <a:path extrusionOk="0" h="1514" w="2235">
                  <a:moveTo>
                    <a:pt x="1871" y="0"/>
                  </a:moveTo>
                  <a:cubicBezTo>
                    <a:pt x="1813" y="0"/>
                    <a:pt x="1751" y="23"/>
                    <a:pt x="1696" y="78"/>
                  </a:cubicBezTo>
                  <a:lnTo>
                    <a:pt x="864" y="901"/>
                  </a:lnTo>
                  <a:lnTo>
                    <a:pt x="548" y="576"/>
                  </a:lnTo>
                  <a:cubicBezTo>
                    <a:pt x="493" y="521"/>
                    <a:pt x="431" y="498"/>
                    <a:pt x="372" y="498"/>
                  </a:cubicBezTo>
                  <a:cubicBezTo>
                    <a:pt x="173" y="498"/>
                    <a:pt x="0" y="756"/>
                    <a:pt x="184" y="940"/>
                  </a:cubicBezTo>
                  <a:lnTo>
                    <a:pt x="682" y="1437"/>
                  </a:lnTo>
                  <a:cubicBezTo>
                    <a:pt x="730" y="1485"/>
                    <a:pt x="797" y="1514"/>
                    <a:pt x="864" y="1514"/>
                  </a:cubicBezTo>
                  <a:cubicBezTo>
                    <a:pt x="931" y="1514"/>
                    <a:pt x="998" y="1485"/>
                    <a:pt x="1046" y="1437"/>
                  </a:cubicBezTo>
                  <a:lnTo>
                    <a:pt x="2050" y="442"/>
                  </a:lnTo>
                  <a:cubicBezTo>
                    <a:pt x="2235" y="258"/>
                    <a:pt x="2067" y="0"/>
                    <a:pt x="1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7762342" y="3996970"/>
              <a:ext cx="58665" cy="39810"/>
            </a:xfrm>
            <a:custGeom>
              <a:rect b="b" l="l" r="r" t="t"/>
              <a:pathLst>
                <a:path extrusionOk="0" h="1516" w="2234">
                  <a:moveTo>
                    <a:pt x="1862" y="0"/>
                  </a:moveTo>
                  <a:cubicBezTo>
                    <a:pt x="1803" y="0"/>
                    <a:pt x="1741" y="23"/>
                    <a:pt x="1686" y="79"/>
                  </a:cubicBezTo>
                  <a:lnTo>
                    <a:pt x="863" y="911"/>
                  </a:lnTo>
                  <a:lnTo>
                    <a:pt x="538" y="586"/>
                  </a:lnTo>
                  <a:cubicBezTo>
                    <a:pt x="482" y="530"/>
                    <a:pt x="419" y="506"/>
                    <a:pt x="360" y="506"/>
                  </a:cubicBezTo>
                  <a:cubicBezTo>
                    <a:pt x="165" y="506"/>
                    <a:pt x="0" y="757"/>
                    <a:pt x="184" y="940"/>
                  </a:cubicBezTo>
                  <a:lnTo>
                    <a:pt x="681" y="1447"/>
                  </a:lnTo>
                  <a:cubicBezTo>
                    <a:pt x="729" y="1495"/>
                    <a:pt x="786" y="1514"/>
                    <a:pt x="853" y="1514"/>
                  </a:cubicBezTo>
                  <a:cubicBezTo>
                    <a:pt x="863" y="1515"/>
                    <a:pt x="873" y="1516"/>
                    <a:pt x="883" y="1516"/>
                  </a:cubicBezTo>
                  <a:cubicBezTo>
                    <a:pt x="947" y="1516"/>
                    <a:pt x="1003" y="1489"/>
                    <a:pt x="1045" y="1447"/>
                  </a:cubicBezTo>
                  <a:lnTo>
                    <a:pt x="2050" y="442"/>
                  </a:lnTo>
                  <a:cubicBezTo>
                    <a:pt x="2234" y="258"/>
                    <a:pt x="2061" y="0"/>
                    <a:pt x="1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7578102" y="4049700"/>
              <a:ext cx="58665" cy="39810"/>
            </a:xfrm>
            <a:custGeom>
              <a:rect b="b" l="l" r="r" t="t"/>
              <a:pathLst>
                <a:path extrusionOk="0" h="1516" w="2234">
                  <a:moveTo>
                    <a:pt x="1866" y="1"/>
                  </a:moveTo>
                  <a:cubicBezTo>
                    <a:pt x="1806" y="1"/>
                    <a:pt x="1743" y="24"/>
                    <a:pt x="1687" y="80"/>
                  </a:cubicBezTo>
                  <a:lnTo>
                    <a:pt x="864" y="903"/>
                  </a:lnTo>
                  <a:lnTo>
                    <a:pt x="539" y="578"/>
                  </a:lnTo>
                  <a:cubicBezTo>
                    <a:pt x="483" y="523"/>
                    <a:pt x="422" y="500"/>
                    <a:pt x="364" y="500"/>
                  </a:cubicBezTo>
                  <a:cubicBezTo>
                    <a:pt x="168" y="500"/>
                    <a:pt x="0" y="758"/>
                    <a:pt x="184" y="942"/>
                  </a:cubicBezTo>
                  <a:lnTo>
                    <a:pt x="682" y="1439"/>
                  </a:lnTo>
                  <a:cubicBezTo>
                    <a:pt x="730" y="1487"/>
                    <a:pt x="797" y="1516"/>
                    <a:pt x="864" y="1516"/>
                  </a:cubicBezTo>
                  <a:cubicBezTo>
                    <a:pt x="931" y="1516"/>
                    <a:pt x="998" y="1487"/>
                    <a:pt x="1046" y="1439"/>
                  </a:cubicBezTo>
                  <a:lnTo>
                    <a:pt x="2051" y="434"/>
                  </a:lnTo>
                  <a:cubicBezTo>
                    <a:pt x="2234" y="251"/>
                    <a:pt x="2064" y="1"/>
                    <a:pt x="1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7762342" y="3891667"/>
              <a:ext cx="58665" cy="39784"/>
            </a:xfrm>
            <a:custGeom>
              <a:rect b="b" l="l" r="r" t="t"/>
              <a:pathLst>
                <a:path extrusionOk="0" h="1515" w="2234">
                  <a:moveTo>
                    <a:pt x="1862" y="0"/>
                  </a:moveTo>
                  <a:cubicBezTo>
                    <a:pt x="1803" y="0"/>
                    <a:pt x="1741" y="24"/>
                    <a:pt x="1686" y="79"/>
                  </a:cubicBezTo>
                  <a:lnTo>
                    <a:pt x="863" y="902"/>
                  </a:lnTo>
                  <a:lnTo>
                    <a:pt x="538" y="586"/>
                  </a:lnTo>
                  <a:cubicBezTo>
                    <a:pt x="482" y="530"/>
                    <a:pt x="419" y="506"/>
                    <a:pt x="360" y="506"/>
                  </a:cubicBezTo>
                  <a:cubicBezTo>
                    <a:pt x="165" y="506"/>
                    <a:pt x="0" y="757"/>
                    <a:pt x="184" y="940"/>
                  </a:cubicBezTo>
                  <a:lnTo>
                    <a:pt x="681" y="1438"/>
                  </a:lnTo>
                  <a:cubicBezTo>
                    <a:pt x="729" y="1485"/>
                    <a:pt x="786" y="1514"/>
                    <a:pt x="853" y="1514"/>
                  </a:cubicBezTo>
                  <a:cubicBezTo>
                    <a:pt x="930" y="1514"/>
                    <a:pt x="997" y="1495"/>
                    <a:pt x="1045" y="1438"/>
                  </a:cubicBezTo>
                  <a:lnTo>
                    <a:pt x="2050" y="442"/>
                  </a:lnTo>
                  <a:cubicBezTo>
                    <a:pt x="2234" y="258"/>
                    <a:pt x="2061" y="0"/>
                    <a:pt x="1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36" name="Google Shape;11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150" y="979800"/>
            <a:ext cx="1224700" cy="122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27"/>
          <p:cNvSpPr/>
          <p:nvPr/>
        </p:nvSpPr>
        <p:spPr>
          <a:xfrm>
            <a:off x="1638700" y="3372375"/>
            <a:ext cx="4459800" cy="114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Automatska prerspodjela sastanaka nije baš uvijek najbolji način koji odgovara korisniku</a:t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38" name="Google Shape;1138;p27"/>
          <p:cNvSpPr/>
          <p:nvPr/>
        </p:nvSpPr>
        <p:spPr>
          <a:xfrm rot="-2316030">
            <a:off x="988986" y="3424077"/>
            <a:ext cx="1041055" cy="901014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39" name="Google Shape;113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6475" y="883800"/>
            <a:ext cx="1144501" cy="114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27"/>
          <p:cNvSpPr txBox="1"/>
          <p:nvPr>
            <p:ph idx="4" type="title"/>
          </p:nvPr>
        </p:nvSpPr>
        <p:spPr>
          <a:xfrm>
            <a:off x="930225" y="301000"/>
            <a:ext cx="32544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Lično iskustvo na osnovu upotrebe</a:t>
            </a:r>
            <a:endParaRPr/>
          </a:p>
        </p:txBody>
      </p:sp>
      <p:sp>
        <p:nvSpPr>
          <p:cNvPr id="1141" name="Google Shape;1141;p27"/>
          <p:cNvSpPr/>
          <p:nvPr/>
        </p:nvSpPr>
        <p:spPr>
          <a:xfrm>
            <a:off x="462598" y="348500"/>
            <a:ext cx="594677" cy="76526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8"/>
          <p:cNvSpPr txBox="1"/>
          <p:nvPr>
            <p:ph idx="1" type="subTitle"/>
          </p:nvPr>
        </p:nvSpPr>
        <p:spPr>
          <a:xfrm>
            <a:off x="4852750" y="2083225"/>
            <a:ext cx="32544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➢"/>
            </a:pPr>
            <a:r>
              <a:rPr lang="fr" sz="1400"/>
              <a:t>ne podržava lične Google naloge, već isključivo poslovne (Google Workspace),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fr" sz="1400"/>
              <a:t>povremeno pogrešno prepoznavanje radnog vremena, što može dovesti do neslaganja u rasporedu.</a:t>
            </a:r>
            <a:endParaRPr sz="1400"/>
          </a:p>
        </p:txBody>
      </p:sp>
      <p:sp>
        <p:nvSpPr>
          <p:cNvPr id="1147" name="Google Shape;1147;p28"/>
          <p:cNvSpPr txBox="1"/>
          <p:nvPr>
            <p:ph idx="3" type="subTitle"/>
          </p:nvPr>
        </p:nvSpPr>
        <p:spPr>
          <a:xfrm>
            <a:off x="232300" y="2129800"/>
            <a:ext cx="32562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b="1" lang="fr"/>
              <a:t>Pozitivna iskustva korisnika:</a:t>
            </a:r>
            <a:endParaRPr b="1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➢"/>
            </a:pPr>
            <a:r>
              <a:rPr lang="fr"/>
              <a:t>koristan za zakazivanje termina unutar tima,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fr"/>
              <a:t>odlična integracija sa Google Kalendarom,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fr"/>
              <a:t>očuvanje termina namijenjenih za individualni rad,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fr"/>
              <a:t>smanjena potreba za ručnim upravljanjem složenim rasporedima.</a:t>
            </a:r>
            <a:endParaRPr/>
          </a:p>
        </p:txBody>
      </p:sp>
      <p:sp>
        <p:nvSpPr>
          <p:cNvPr id="1148" name="Google Shape;1148;p28"/>
          <p:cNvSpPr txBox="1"/>
          <p:nvPr>
            <p:ph idx="4" type="title"/>
          </p:nvPr>
        </p:nvSpPr>
        <p:spPr>
          <a:xfrm>
            <a:off x="232300" y="147075"/>
            <a:ext cx="772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SzPts val="3600"/>
              <a:buNone/>
            </a:pPr>
            <a:r>
              <a:rPr lang="fr" sz="2500"/>
              <a:t>Pregled korisničkih iskustava sa alatom</a:t>
            </a:r>
            <a:endParaRPr sz="4400"/>
          </a:p>
        </p:txBody>
      </p:sp>
      <p:grpSp>
        <p:nvGrpSpPr>
          <p:cNvPr id="1149" name="Google Shape;1149;p28"/>
          <p:cNvGrpSpPr/>
          <p:nvPr/>
        </p:nvGrpSpPr>
        <p:grpSpPr>
          <a:xfrm>
            <a:off x="4106435" y="1395043"/>
            <a:ext cx="846595" cy="2823748"/>
            <a:chOff x="-3953508" y="3353725"/>
            <a:chExt cx="468223" cy="1561721"/>
          </a:xfrm>
        </p:grpSpPr>
        <p:sp>
          <p:nvSpPr>
            <p:cNvPr id="1150" name="Google Shape;1150;p28"/>
            <p:cNvSpPr/>
            <p:nvPr/>
          </p:nvSpPr>
          <p:spPr>
            <a:xfrm>
              <a:off x="-3953508" y="4838471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8"/>
            <p:cNvSpPr/>
            <p:nvPr/>
          </p:nvSpPr>
          <p:spPr>
            <a:xfrm>
              <a:off x="-3539535" y="3353725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2" name="Google Shape;1152;p28"/>
          <p:cNvSpPr txBox="1"/>
          <p:nvPr/>
        </p:nvSpPr>
        <p:spPr>
          <a:xfrm>
            <a:off x="5043425" y="1196825"/>
            <a:ext cx="29763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Negativna iskustva korisnika:</a:t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3" name="Google Shape;1153;p28"/>
          <p:cNvSpPr/>
          <p:nvPr/>
        </p:nvSpPr>
        <p:spPr>
          <a:xfrm>
            <a:off x="382598" y="147075"/>
            <a:ext cx="623726" cy="9137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9"/>
          <p:cNvSpPr txBox="1"/>
          <p:nvPr>
            <p:ph idx="3" type="subTitle"/>
          </p:nvPr>
        </p:nvSpPr>
        <p:spPr>
          <a:xfrm>
            <a:off x="268225" y="1022350"/>
            <a:ext cx="8212800" cy="30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➢"/>
            </a:pPr>
            <a:r>
              <a:rPr lang="fr"/>
              <a:t>Clockwise se pokazao kao efikasan alat za balansiranje između fokusiranog rada i sastanaka, pomažući korisnicima da bolje iskoriste svoje radno vrijeme. 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➢"/>
            </a:pPr>
            <a:r>
              <a:rPr lang="fr"/>
              <a:t>Integracija s drugim aplikacijama omogućava brzo zakazivanje i automatizaciju zadataka, što ga čini korisnim u timskom i dinamičnom okruženju.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➢"/>
            </a:pPr>
            <a:r>
              <a:rPr lang="fr"/>
              <a:t>Iako postoji prostor za dodatna poboljšanja, Clockwise već sada značajno doprinosi organizaciji i produktivnosti, a uz praćenje potreba korisnika i tehnoloških trendova, može postati još važniji alat u budućnosti.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59" name="Google Shape;1159;p29"/>
          <p:cNvSpPr txBox="1"/>
          <p:nvPr>
            <p:ph idx="4" type="title"/>
          </p:nvPr>
        </p:nvSpPr>
        <p:spPr>
          <a:xfrm>
            <a:off x="841175" y="366113"/>
            <a:ext cx="357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SzPts val="3600"/>
              <a:buNone/>
            </a:pPr>
            <a:r>
              <a:rPr lang="fr" sz="2500"/>
              <a:t>Zaključak</a:t>
            </a:r>
            <a:endParaRPr sz="4400"/>
          </a:p>
        </p:txBody>
      </p:sp>
      <p:grpSp>
        <p:nvGrpSpPr>
          <p:cNvPr id="1160" name="Google Shape;1160;p29"/>
          <p:cNvGrpSpPr/>
          <p:nvPr/>
        </p:nvGrpSpPr>
        <p:grpSpPr>
          <a:xfrm>
            <a:off x="4106435" y="1395043"/>
            <a:ext cx="846595" cy="2823748"/>
            <a:chOff x="-3953508" y="3353725"/>
            <a:chExt cx="468223" cy="1561721"/>
          </a:xfrm>
        </p:grpSpPr>
        <p:sp>
          <p:nvSpPr>
            <p:cNvPr id="1161" name="Google Shape;1161;p29"/>
            <p:cNvSpPr/>
            <p:nvPr/>
          </p:nvSpPr>
          <p:spPr>
            <a:xfrm>
              <a:off x="-3953508" y="4838471"/>
              <a:ext cx="81850" cy="76975"/>
            </a:xfrm>
            <a:custGeom>
              <a:rect b="b" l="l" r="r" t="t"/>
              <a:pathLst>
                <a:path extrusionOk="0" h="3079" w="3274">
                  <a:moveTo>
                    <a:pt x="1637" y="1"/>
                  </a:moveTo>
                  <a:cubicBezTo>
                    <a:pt x="1515" y="1"/>
                    <a:pt x="1393" y="84"/>
                    <a:pt x="1393" y="250"/>
                  </a:cubicBezTo>
                  <a:lnTo>
                    <a:pt x="1393" y="1294"/>
                  </a:lnTo>
                  <a:lnTo>
                    <a:pt x="349" y="1294"/>
                  </a:lnTo>
                  <a:cubicBezTo>
                    <a:pt x="342" y="1294"/>
                    <a:pt x="335" y="1294"/>
                    <a:pt x="328" y="1294"/>
                  </a:cubicBezTo>
                  <a:cubicBezTo>
                    <a:pt x="1" y="1294"/>
                    <a:pt x="1" y="1791"/>
                    <a:pt x="328" y="1791"/>
                  </a:cubicBezTo>
                  <a:cubicBezTo>
                    <a:pt x="335" y="1791"/>
                    <a:pt x="342" y="1791"/>
                    <a:pt x="349" y="1790"/>
                  </a:cubicBezTo>
                  <a:lnTo>
                    <a:pt x="1393" y="1790"/>
                  </a:lnTo>
                  <a:lnTo>
                    <a:pt x="1393" y="2834"/>
                  </a:lnTo>
                  <a:cubicBezTo>
                    <a:pt x="1393" y="2997"/>
                    <a:pt x="1515" y="3078"/>
                    <a:pt x="1637" y="3078"/>
                  </a:cubicBezTo>
                  <a:cubicBezTo>
                    <a:pt x="1759" y="3078"/>
                    <a:pt x="1881" y="2997"/>
                    <a:pt x="1881" y="2834"/>
                  </a:cubicBezTo>
                  <a:lnTo>
                    <a:pt x="1881" y="1790"/>
                  </a:lnTo>
                  <a:lnTo>
                    <a:pt x="2925" y="1790"/>
                  </a:lnTo>
                  <a:cubicBezTo>
                    <a:pt x="2932" y="1791"/>
                    <a:pt x="2939" y="1791"/>
                    <a:pt x="2946" y="1791"/>
                  </a:cubicBezTo>
                  <a:cubicBezTo>
                    <a:pt x="3274" y="1791"/>
                    <a:pt x="3274" y="1294"/>
                    <a:pt x="2946" y="1294"/>
                  </a:cubicBezTo>
                  <a:cubicBezTo>
                    <a:pt x="2939" y="1294"/>
                    <a:pt x="2932" y="1294"/>
                    <a:pt x="2925" y="1294"/>
                  </a:cubicBezTo>
                  <a:lnTo>
                    <a:pt x="1881" y="1294"/>
                  </a:lnTo>
                  <a:lnTo>
                    <a:pt x="1881" y="250"/>
                  </a:lnTo>
                  <a:cubicBezTo>
                    <a:pt x="1881" y="84"/>
                    <a:pt x="1759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9"/>
            <p:cNvSpPr/>
            <p:nvPr/>
          </p:nvSpPr>
          <p:spPr>
            <a:xfrm>
              <a:off x="-3539535" y="3353725"/>
              <a:ext cx="54250" cy="46400"/>
            </a:xfrm>
            <a:custGeom>
              <a:rect b="b" l="l" r="r" t="t"/>
              <a:pathLst>
                <a:path extrusionOk="0" h="1856" w="2170">
                  <a:moveTo>
                    <a:pt x="1244" y="493"/>
                  </a:moveTo>
                  <a:cubicBezTo>
                    <a:pt x="1481" y="493"/>
                    <a:pt x="1673" y="686"/>
                    <a:pt x="1673" y="930"/>
                  </a:cubicBezTo>
                  <a:cubicBezTo>
                    <a:pt x="1673" y="1190"/>
                    <a:pt x="1461" y="1362"/>
                    <a:pt x="1238" y="1362"/>
                  </a:cubicBezTo>
                  <a:cubicBezTo>
                    <a:pt x="1131" y="1362"/>
                    <a:pt x="1022" y="1322"/>
                    <a:pt x="933" y="1233"/>
                  </a:cubicBezTo>
                  <a:cubicBezTo>
                    <a:pt x="659" y="960"/>
                    <a:pt x="852" y="493"/>
                    <a:pt x="1244" y="493"/>
                  </a:cubicBezTo>
                  <a:close/>
                  <a:moveTo>
                    <a:pt x="1234" y="1"/>
                  </a:moveTo>
                  <a:cubicBezTo>
                    <a:pt x="1006" y="1"/>
                    <a:pt x="774" y="84"/>
                    <a:pt x="585" y="271"/>
                  </a:cubicBezTo>
                  <a:cubicBezTo>
                    <a:pt x="0" y="856"/>
                    <a:pt x="415" y="1855"/>
                    <a:pt x="1244" y="1855"/>
                  </a:cubicBezTo>
                  <a:cubicBezTo>
                    <a:pt x="1755" y="1855"/>
                    <a:pt x="2169" y="1441"/>
                    <a:pt x="2169" y="930"/>
                  </a:cubicBezTo>
                  <a:cubicBezTo>
                    <a:pt x="2169" y="369"/>
                    <a:pt x="1711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3" name="Google Shape;1163;p29"/>
          <p:cNvSpPr txBox="1"/>
          <p:nvPr/>
        </p:nvSpPr>
        <p:spPr>
          <a:xfrm>
            <a:off x="5043425" y="1196825"/>
            <a:ext cx="29763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64" name="Google Shape;1164;p29"/>
          <p:cNvSpPr/>
          <p:nvPr/>
        </p:nvSpPr>
        <p:spPr>
          <a:xfrm>
            <a:off x="1016725" y="250138"/>
            <a:ext cx="559963" cy="83199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9ED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9" name="Google Shape;1169;p30"/>
          <p:cNvCxnSpPr/>
          <p:nvPr/>
        </p:nvCxnSpPr>
        <p:spPr>
          <a:xfrm flipH="1" rot="10800000">
            <a:off x="161950" y="1437950"/>
            <a:ext cx="8550300" cy="2185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0" name="Google Shape;1170;p30"/>
          <p:cNvCxnSpPr/>
          <p:nvPr/>
        </p:nvCxnSpPr>
        <p:spPr>
          <a:xfrm flipH="1" rot="10800000">
            <a:off x="593700" y="101375"/>
            <a:ext cx="8472900" cy="4708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p30"/>
          <p:cNvSpPr txBox="1"/>
          <p:nvPr/>
        </p:nvSpPr>
        <p:spPr>
          <a:xfrm>
            <a:off x="442525" y="1356650"/>
            <a:ext cx="40314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fr" sz="5100" u="none" cap="none" strike="noStrike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Hvala na pažnji </a:t>
            </a:r>
            <a:endParaRPr b="1" i="0" sz="5100" u="none" cap="none" strike="noStrike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Year Recap Meeting with Calendars by Slidesgo">
  <a:themeElements>
    <a:clrScheme name="Simple Light">
      <a:dk1>
        <a:srgbClr val="2D3962"/>
      </a:dk1>
      <a:lt1>
        <a:srgbClr val="FFFFFF"/>
      </a:lt1>
      <a:dk2>
        <a:srgbClr val="F4B04E"/>
      </a:dk2>
      <a:lt2>
        <a:srgbClr val="744EFF"/>
      </a:lt2>
      <a:accent1>
        <a:srgbClr val="AE9FFB"/>
      </a:accent1>
      <a:accent2>
        <a:srgbClr val="F1C27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396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